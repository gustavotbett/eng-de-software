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52"/>
  </p:notesMasterIdLst>
  <p:sldIdLst>
    <p:sldId id="256" r:id="rId2"/>
    <p:sldId id="257" r:id="rId3"/>
    <p:sldId id="258" r:id="rId4"/>
    <p:sldId id="280" r:id="rId5"/>
    <p:sldId id="260" r:id="rId6"/>
    <p:sldId id="261" r:id="rId7"/>
    <p:sldId id="265" r:id="rId8"/>
    <p:sldId id="266" r:id="rId9"/>
    <p:sldId id="267" r:id="rId10"/>
    <p:sldId id="335" r:id="rId11"/>
    <p:sldId id="336" r:id="rId12"/>
    <p:sldId id="337" r:id="rId13"/>
    <p:sldId id="338" r:id="rId14"/>
    <p:sldId id="326" r:id="rId15"/>
    <p:sldId id="339" r:id="rId16"/>
    <p:sldId id="340" r:id="rId17"/>
    <p:sldId id="341" r:id="rId18"/>
    <p:sldId id="342" r:id="rId19"/>
    <p:sldId id="343" r:id="rId20"/>
    <p:sldId id="344" r:id="rId21"/>
    <p:sldId id="269" r:id="rId22"/>
    <p:sldId id="327" r:id="rId23"/>
    <p:sldId id="345" r:id="rId24"/>
    <p:sldId id="346" r:id="rId25"/>
    <p:sldId id="347" r:id="rId26"/>
    <p:sldId id="348" r:id="rId27"/>
    <p:sldId id="349" r:id="rId28"/>
    <p:sldId id="350" r:id="rId29"/>
    <p:sldId id="365" r:id="rId30"/>
    <p:sldId id="271" r:id="rId31"/>
    <p:sldId id="329" r:id="rId32"/>
    <p:sldId id="356" r:id="rId33"/>
    <p:sldId id="355" r:id="rId34"/>
    <p:sldId id="351" r:id="rId35"/>
    <p:sldId id="352" r:id="rId36"/>
    <p:sldId id="353" r:id="rId37"/>
    <p:sldId id="366" r:id="rId38"/>
    <p:sldId id="328" r:id="rId39"/>
    <p:sldId id="330" r:id="rId40"/>
    <p:sldId id="357" r:id="rId41"/>
    <p:sldId id="332" r:id="rId42"/>
    <p:sldId id="333" r:id="rId43"/>
    <p:sldId id="358" r:id="rId44"/>
    <p:sldId id="359" r:id="rId45"/>
    <p:sldId id="361" r:id="rId46"/>
    <p:sldId id="360" r:id="rId47"/>
    <p:sldId id="362" r:id="rId48"/>
    <p:sldId id="363" r:id="rId49"/>
    <p:sldId id="364" r:id="rId50"/>
    <p:sldId id="334" r:id="rId5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ri Crotti" initials="YC" lastIdx="1" clrIdx="0">
    <p:extLst>
      <p:ext uri="{19B8F6BF-5375-455C-9EA6-DF929625EA0E}">
        <p15:presenceInfo xmlns:p15="http://schemas.microsoft.com/office/powerpoint/2012/main" userId="Yuri Crott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79" autoAdjust="0"/>
  </p:normalViewPr>
  <p:slideViewPr>
    <p:cSldViewPr snapToGrid="0">
      <p:cViewPr varScale="1">
        <p:scale>
          <a:sx n="57" d="100"/>
          <a:sy n="57" d="100"/>
        </p:scale>
        <p:origin x="123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 Crotti" userId="d593c9d1-1b73-45ee-aae6-f23c49679525" providerId="ADAL" clId="{8B5617EF-2E44-4B30-910B-9F1C1B9485DD}"/>
    <pc:docChg chg="undo custSel addSld delSld modSld">
      <pc:chgData name="Yuri Crotti" userId="d593c9d1-1b73-45ee-aae6-f23c49679525" providerId="ADAL" clId="{8B5617EF-2E44-4B30-910B-9F1C1B9485DD}" dt="2022-04-10T22:44:09.672" v="1082" actId="1076"/>
      <pc:docMkLst>
        <pc:docMk/>
      </pc:docMkLst>
      <pc:sldChg chg="modSp mod">
        <pc:chgData name="Yuri Crotti" userId="d593c9d1-1b73-45ee-aae6-f23c49679525" providerId="ADAL" clId="{8B5617EF-2E44-4B30-910B-9F1C1B9485DD}" dt="2021-10-26T23:56:55.204" v="2" actId="20577"/>
        <pc:sldMkLst>
          <pc:docMk/>
          <pc:sldMk cId="0" sldId="256"/>
        </pc:sldMkLst>
      </pc:sldChg>
      <pc:sldChg chg="modSp mod">
        <pc:chgData name="Yuri Crotti" userId="d593c9d1-1b73-45ee-aae6-f23c49679525" providerId="ADAL" clId="{8B5617EF-2E44-4B30-910B-9F1C1B9485DD}" dt="2021-10-26T23:58:58.390" v="19" actId="1076"/>
        <pc:sldMkLst>
          <pc:docMk/>
          <pc:sldMk cId="0" sldId="260"/>
        </pc:sldMkLst>
      </pc:sldChg>
      <pc:sldChg chg="modSp">
        <pc:chgData name="Yuri Crotti" userId="d593c9d1-1b73-45ee-aae6-f23c49679525" providerId="ADAL" clId="{8B5617EF-2E44-4B30-910B-9F1C1B9485DD}" dt="2021-10-26T23:59:13.202" v="20" actId="20577"/>
        <pc:sldMkLst>
          <pc:docMk/>
          <pc:sldMk cId="0" sldId="261"/>
        </pc:sldMkLst>
      </pc:sldChg>
      <pc:sldChg chg="addSp modSp mod modAnim">
        <pc:chgData name="Yuri Crotti" userId="d593c9d1-1b73-45ee-aae6-f23c49679525" providerId="ADAL" clId="{8B5617EF-2E44-4B30-910B-9F1C1B9485DD}" dt="2021-10-28T21:57:34.617" v="1077" actId="1076"/>
        <pc:sldMkLst>
          <pc:docMk/>
          <pc:sldMk cId="0" sldId="266"/>
        </pc:sldMkLst>
      </pc:sldChg>
      <pc:sldChg chg="modSp mod">
        <pc:chgData name="Yuri Crotti" userId="d593c9d1-1b73-45ee-aae6-f23c49679525" providerId="ADAL" clId="{8B5617EF-2E44-4B30-910B-9F1C1B9485DD}" dt="2022-04-10T22:44:09.672" v="1082" actId="1076"/>
        <pc:sldMkLst>
          <pc:docMk/>
          <pc:sldMk cId="0" sldId="267"/>
        </pc:sldMkLst>
      </pc:sldChg>
      <pc:sldChg chg="addSp modSp mod modAnim">
        <pc:chgData name="Yuri Crotti" userId="d593c9d1-1b73-45ee-aae6-f23c49679525" providerId="ADAL" clId="{8B5617EF-2E44-4B30-910B-9F1C1B9485DD}" dt="2021-10-28T00:55:40.017" v="1075"/>
        <pc:sldMkLst>
          <pc:docMk/>
          <pc:sldMk cId="0" sldId="274"/>
        </pc:sldMkLst>
      </pc:sldChg>
      <pc:sldChg chg="modSp mod">
        <pc:chgData name="Yuri Crotti" userId="d593c9d1-1b73-45ee-aae6-f23c49679525" providerId="ADAL" clId="{8B5617EF-2E44-4B30-910B-9F1C1B9485DD}" dt="2021-10-28T21:57:24.657" v="1076" actId="1076"/>
        <pc:sldMkLst>
          <pc:docMk/>
          <pc:sldMk cId="1185991061" sldId="280"/>
        </pc:sldMkLst>
      </pc:sldChg>
      <pc:sldChg chg="addSp delSp modSp mod">
        <pc:chgData name="Yuri Crotti" userId="d593c9d1-1b73-45ee-aae6-f23c49679525" providerId="ADAL" clId="{8B5617EF-2E44-4B30-910B-9F1C1B9485DD}" dt="2021-10-27T01:08:04.291" v="255" actId="20577"/>
        <pc:sldMkLst>
          <pc:docMk/>
          <pc:sldMk cId="3994366001" sldId="326"/>
        </pc:sldMkLst>
      </pc:sldChg>
      <pc:sldChg chg="addSp delSp modSp mod">
        <pc:chgData name="Yuri Crotti" userId="d593c9d1-1b73-45ee-aae6-f23c49679525" providerId="ADAL" clId="{8B5617EF-2E44-4B30-910B-9F1C1B9485DD}" dt="2021-10-27T23:30:34.997" v="360" actId="732"/>
        <pc:sldMkLst>
          <pc:docMk/>
          <pc:sldMk cId="188352365" sldId="327"/>
        </pc:sldMkLst>
      </pc:sldChg>
      <pc:sldChg chg="addSp delSp modSp mod">
        <pc:chgData name="Yuri Crotti" userId="d593c9d1-1b73-45ee-aae6-f23c49679525" providerId="ADAL" clId="{8B5617EF-2E44-4B30-910B-9F1C1B9485DD}" dt="2021-10-28T00:05:39.420" v="562" actId="1076"/>
        <pc:sldMkLst>
          <pc:docMk/>
          <pc:sldMk cId="3996109786" sldId="329"/>
        </pc:sldMkLst>
      </pc:sldChg>
      <pc:sldChg chg="addSp delSp modSp mod">
        <pc:chgData name="Yuri Crotti" userId="d593c9d1-1b73-45ee-aae6-f23c49679525" providerId="ADAL" clId="{8B5617EF-2E44-4B30-910B-9F1C1B9485DD}" dt="2021-10-28T00:09:54.921" v="581" actId="1076"/>
        <pc:sldMkLst>
          <pc:docMk/>
          <pc:sldMk cId="573090336" sldId="330"/>
        </pc:sldMkLst>
      </pc:sldChg>
      <pc:sldChg chg="addSp delSp modSp mod">
        <pc:chgData name="Yuri Crotti" userId="d593c9d1-1b73-45ee-aae6-f23c49679525" providerId="ADAL" clId="{8B5617EF-2E44-4B30-910B-9F1C1B9485DD}" dt="2021-10-28T00:28:48.747" v="652" actId="20577"/>
        <pc:sldMkLst>
          <pc:docMk/>
          <pc:sldMk cId="247178358" sldId="333"/>
        </pc:sldMkLst>
      </pc:sldChg>
      <pc:sldChg chg="addSp delSp modSp add mod delAnim">
        <pc:chgData name="Yuri Crotti" userId="d593c9d1-1b73-45ee-aae6-f23c49679525" providerId="ADAL" clId="{8B5617EF-2E44-4B30-910B-9F1C1B9485DD}" dt="2021-10-27T01:04:58.189" v="192" actId="1076"/>
        <pc:sldMkLst>
          <pc:docMk/>
          <pc:sldMk cId="2334556542" sldId="335"/>
        </pc:sldMkLst>
      </pc:sldChg>
      <pc:sldChg chg="addSp delSp modSp add mod">
        <pc:chgData name="Yuri Crotti" userId="d593c9d1-1b73-45ee-aae6-f23c49679525" providerId="ADAL" clId="{8B5617EF-2E44-4B30-910B-9F1C1B9485DD}" dt="2021-10-27T01:05:35.606" v="201" actId="1076"/>
        <pc:sldMkLst>
          <pc:docMk/>
          <pc:sldMk cId="2414673543" sldId="336"/>
        </pc:sldMkLst>
      </pc:sldChg>
      <pc:sldChg chg="addSp delSp modSp add mod addCm delCm">
        <pc:chgData name="Yuri Crotti" userId="d593c9d1-1b73-45ee-aae6-f23c49679525" providerId="ADAL" clId="{8B5617EF-2E44-4B30-910B-9F1C1B9485DD}" dt="2021-10-27T01:06:49.487" v="220" actId="1076"/>
        <pc:sldMkLst>
          <pc:docMk/>
          <pc:sldMk cId="749228468" sldId="337"/>
        </pc:sldMkLst>
      </pc:sldChg>
      <pc:sldChg chg="addSp delSp modSp add mod">
        <pc:chgData name="Yuri Crotti" userId="d593c9d1-1b73-45ee-aae6-f23c49679525" providerId="ADAL" clId="{8B5617EF-2E44-4B30-910B-9F1C1B9485DD}" dt="2021-10-27T01:07:28.135" v="227" actId="1076"/>
        <pc:sldMkLst>
          <pc:docMk/>
          <pc:sldMk cId="3371912194" sldId="338"/>
        </pc:sldMkLst>
      </pc:sldChg>
      <pc:sldChg chg="addSp delSp modSp add mod">
        <pc:chgData name="Yuri Crotti" userId="d593c9d1-1b73-45ee-aae6-f23c49679525" providerId="ADAL" clId="{8B5617EF-2E44-4B30-910B-9F1C1B9485DD}" dt="2021-10-27T01:08:51.155" v="266" actId="1076"/>
        <pc:sldMkLst>
          <pc:docMk/>
          <pc:sldMk cId="4185491167" sldId="339"/>
        </pc:sldMkLst>
      </pc:sldChg>
      <pc:sldChg chg="addSp delSp modSp add mod">
        <pc:chgData name="Yuri Crotti" userId="d593c9d1-1b73-45ee-aae6-f23c49679525" providerId="ADAL" clId="{8B5617EF-2E44-4B30-910B-9F1C1B9485DD}" dt="2021-10-27T01:09:37.982" v="271" actId="1076"/>
        <pc:sldMkLst>
          <pc:docMk/>
          <pc:sldMk cId="3065428574" sldId="340"/>
        </pc:sldMkLst>
      </pc:sldChg>
      <pc:sldChg chg="addSp delSp modSp add del mod">
        <pc:chgData name="Yuri Crotti" userId="d593c9d1-1b73-45ee-aae6-f23c49679525" providerId="ADAL" clId="{8B5617EF-2E44-4B30-910B-9F1C1B9485DD}" dt="2021-10-27T01:11:54.206" v="296" actId="2696"/>
        <pc:sldMkLst>
          <pc:docMk/>
          <pc:sldMk cId="2761416799" sldId="341"/>
        </pc:sldMkLst>
      </pc:sldChg>
      <pc:sldChg chg="addSp delSp modSp add mod">
        <pc:chgData name="Yuri Crotti" userId="d593c9d1-1b73-45ee-aae6-f23c49679525" providerId="ADAL" clId="{8B5617EF-2E44-4B30-910B-9F1C1B9485DD}" dt="2021-10-27T01:12:41.505" v="310" actId="1076"/>
        <pc:sldMkLst>
          <pc:docMk/>
          <pc:sldMk cId="1964334856" sldId="342"/>
        </pc:sldMkLst>
      </pc:sldChg>
      <pc:sldChg chg="addSp delSp modSp add mod">
        <pc:chgData name="Yuri Crotti" userId="d593c9d1-1b73-45ee-aae6-f23c49679525" providerId="ADAL" clId="{8B5617EF-2E44-4B30-910B-9F1C1B9485DD}" dt="2021-10-27T01:13:12.473" v="316" actId="1076"/>
        <pc:sldMkLst>
          <pc:docMk/>
          <pc:sldMk cId="2273392181" sldId="343"/>
        </pc:sldMkLst>
      </pc:sldChg>
      <pc:sldChg chg="addSp delSp modSp add mod">
        <pc:chgData name="Yuri Crotti" userId="d593c9d1-1b73-45ee-aae6-f23c49679525" providerId="ADAL" clId="{8B5617EF-2E44-4B30-910B-9F1C1B9485DD}" dt="2021-10-27T01:13:55.062" v="326" actId="1076"/>
        <pc:sldMkLst>
          <pc:docMk/>
          <pc:sldMk cId="835908939" sldId="344"/>
        </pc:sldMkLst>
      </pc:sldChg>
      <pc:sldChg chg="addSp delSp modSp add mod">
        <pc:chgData name="Yuri Crotti" userId="d593c9d1-1b73-45ee-aae6-f23c49679525" providerId="ADAL" clId="{8B5617EF-2E44-4B30-910B-9F1C1B9485DD}" dt="2021-10-28T23:04:55.376" v="1078" actId="732"/>
        <pc:sldMkLst>
          <pc:docMk/>
          <pc:sldMk cId="2439349592" sldId="345"/>
        </pc:sldMkLst>
      </pc:sldChg>
      <pc:sldChg chg="addSp delSp modSp add mod">
        <pc:chgData name="Yuri Crotti" userId="d593c9d1-1b73-45ee-aae6-f23c49679525" providerId="ADAL" clId="{8B5617EF-2E44-4B30-910B-9F1C1B9485DD}" dt="2021-10-28T00:37:20.191" v="785" actId="14100"/>
        <pc:sldMkLst>
          <pc:docMk/>
          <pc:sldMk cId="1657199241" sldId="346"/>
        </pc:sldMkLst>
      </pc:sldChg>
      <pc:sldChg chg="addSp delSp modSp add mod">
        <pc:chgData name="Yuri Crotti" userId="d593c9d1-1b73-45ee-aae6-f23c49679525" providerId="ADAL" clId="{8B5617EF-2E44-4B30-910B-9F1C1B9485DD}" dt="2021-10-28T00:37:38.690" v="790" actId="20577"/>
        <pc:sldMkLst>
          <pc:docMk/>
          <pc:sldMk cId="3490537927" sldId="347"/>
        </pc:sldMkLst>
      </pc:sldChg>
      <pc:sldChg chg="addSp delSp modSp add mod">
        <pc:chgData name="Yuri Crotti" userId="d593c9d1-1b73-45ee-aae6-f23c49679525" providerId="ADAL" clId="{8B5617EF-2E44-4B30-910B-9F1C1B9485DD}" dt="2021-10-28T00:37:46.890" v="795" actId="20577"/>
        <pc:sldMkLst>
          <pc:docMk/>
          <pc:sldMk cId="1641560522" sldId="348"/>
        </pc:sldMkLst>
      </pc:sldChg>
      <pc:sldChg chg="addSp delSp modSp add mod">
        <pc:chgData name="Yuri Crotti" userId="d593c9d1-1b73-45ee-aae6-f23c49679525" providerId="ADAL" clId="{8B5617EF-2E44-4B30-910B-9F1C1B9485DD}" dt="2021-10-28T00:38:08.535" v="801" actId="1076"/>
        <pc:sldMkLst>
          <pc:docMk/>
          <pc:sldMk cId="3448789640" sldId="349"/>
        </pc:sldMkLst>
      </pc:sldChg>
      <pc:sldChg chg="addSp delSp modSp add mod">
        <pc:chgData name="Yuri Crotti" userId="d593c9d1-1b73-45ee-aae6-f23c49679525" providerId="ADAL" clId="{8B5617EF-2E44-4B30-910B-9F1C1B9485DD}" dt="2021-10-28T00:38:28.632" v="807" actId="20577"/>
        <pc:sldMkLst>
          <pc:docMk/>
          <pc:sldMk cId="3667860261" sldId="350"/>
        </pc:sldMkLst>
      </pc:sldChg>
      <pc:sldChg chg="addSp delSp modSp add mod">
        <pc:chgData name="Yuri Crotti" userId="d593c9d1-1b73-45ee-aae6-f23c49679525" providerId="ADAL" clId="{8B5617EF-2E44-4B30-910B-9F1C1B9485DD}" dt="2021-10-27T23:51:37.670" v="531"/>
        <pc:sldMkLst>
          <pc:docMk/>
          <pc:sldMk cId="2936234568" sldId="351"/>
        </pc:sldMkLst>
      </pc:sldChg>
      <pc:sldChg chg="addSp delSp modSp add mod">
        <pc:chgData name="Yuri Crotti" userId="d593c9d1-1b73-45ee-aae6-f23c49679525" providerId="ADAL" clId="{8B5617EF-2E44-4B30-910B-9F1C1B9485DD}" dt="2021-10-27T23:51:40.301" v="532"/>
        <pc:sldMkLst>
          <pc:docMk/>
          <pc:sldMk cId="441142124" sldId="352"/>
        </pc:sldMkLst>
      </pc:sldChg>
      <pc:sldChg chg="addSp delSp modSp add mod">
        <pc:chgData name="Yuri Crotti" userId="d593c9d1-1b73-45ee-aae6-f23c49679525" providerId="ADAL" clId="{8B5617EF-2E44-4B30-910B-9F1C1B9485DD}" dt="2021-10-27T23:51:42.461" v="533"/>
        <pc:sldMkLst>
          <pc:docMk/>
          <pc:sldMk cId="2676137460" sldId="353"/>
        </pc:sldMkLst>
      </pc:sldChg>
      <pc:sldChg chg="add del">
        <pc:chgData name="Yuri Crotti" userId="d593c9d1-1b73-45ee-aae6-f23c49679525" providerId="ADAL" clId="{8B5617EF-2E44-4B30-910B-9F1C1B9485DD}" dt="2021-10-28T00:04:21.260" v="557" actId="47"/>
        <pc:sldMkLst>
          <pc:docMk/>
          <pc:sldMk cId="1695132012" sldId="354"/>
        </pc:sldMkLst>
      </pc:sldChg>
      <pc:sldChg chg="add">
        <pc:chgData name="Yuri Crotti" userId="d593c9d1-1b73-45ee-aae6-f23c49679525" providerId="ADAL" clId="{8B5617EF-2E44-4B30-910B-9F1C1B9485DD}" dt="2021-10-28T00:04:19.847" v="556" actId="2890"/>
        <pc:sldMkLst>
          <pc:docMk/>
          <pc:sldMk cId="3947510480" sldId="355"/>
        </pc:sldMkLst>
      </pc:sldChg>
      <pc:sldChg chg="addSp delSp modSp add mod">
        <pc:chgData name="Yuri Crotti" userId="d593c9d1-1b73-45ee-aae6-f23c49679525" providerId="ADAL" clId="{8B5617EF-2E44-4B30-910B-9F1C1B9485DD}" dt="2021-10-28T00:07:26.880" v="576" actId="14100"/>
        <pc:sldMkLst>
          <pc:docMk/>
          <pc:sldMk cId="667704385" sldId="356"/>
        </pc:sldMkLst>
      </pc:sldChg>
      <pc:sldChg chg="addSp delSp modSp add mod">
        <pc:chgData name="Yuri Crotti" userId="d593c9d1-1b73-45ee-aae6-f23c49679525" providerId="ADAL" clId="{8B5617EF-2E44-4B30-910B-9F1C1B9485DD}" dt="2021-10-28T00:12:21.747" v="591" actId="1076"/>
        <pc:sldMkLst>
          <pc:docMk/>
          <pc:sldMk cId="218016108" sldId="357"/>
        </pc:sldMkLst>
      </pc:sldChg>
      <pc:sldChg chg="addSp delSp modSp add mod">
        <pc:chgData name="Yuri Crotti" userId="d593c9d1-1b73-45ee-aae6-f23c49679525" providerId="ADAL" clId="{8B5617EF-2E44-4B30-910B-9F1C1B9485DD}" dt="2021-10-28T00:28:53.854" v="653"/>
        <pc:sldMkLst>
          <pc:docMk/>
          <pc:sldMk cId="965125305" sldId="358"/>
        </pc:sldMkLst>
      </pc:sldChg>
      <pc:sldChg chg="addSp delSp modSp add mod">
        <pc:chgData name="Yuri Crotti" userId="d593c9d1-1b73-45ee-aae6-f23c49679525" providerId="ADAL" clId="{8B5617EF-2E44-4B30-910B-9F1C1B9485DD}" dt="2021-10-28T00:28:57.116" v="654"/>
        <pc:sldMkLst>
          <pc:docMk/>
          <pc:sldMk cId="198605492" sldId="359"/>
        </pc:sldMkLst>
      </pc:sldChg>
      <pc:sldChg chg="addSp delSp modSp add mod">
        <pc:chgData name="Yuri Crotti" userId="d593c9d1-1b73-45ee-aae6-f23c49679525" providerId="ADAL" clId="{8B5617EF-2E44-4B30-910B-9F1C1B9485DD}" dt="2021-10-28T00:29:03.822" v="656"/>
        <pc:sldMkLst>
          <pc:docMk/>
          <pc:sldMk cId="1410464955" sldId="360"/>
        </pc:sldMkLst>
      </pc:sldChg>
      <pc:sldChg chg="addSp delSp modSp add mod">
        <pc:chgData name="Yuri Crotti" userId="d593c9d1-1b73-45ee-aae6-f23c49679525" providerId="ADAL" clId="{8B5617EF-2E44-4B30-910B-9F1C1B9485DD}" dt="2021-10-28T00:29:00.339" v="655"/>
        <pc:sldMkLst>
          <pc:docMk/>
          <pc:sldMk cId="3814821321" sldId="361"/>
        </pc:sldMkLst>
      </pc:sldChg>
      <pc:sldChg chg="addSp delSp modSp add mod">
        <pc:chgData name="Yuri Crotti" userId="d593c9d1-1b73-45ee-aae6-f23c49679525" providerId="ADAL" clId="{8B5617EF-2E44-4B30-910B-9F1C1B9485DD}" dt="2021-10-28T00:29:07.207" v="658" actId="20577"/>
        <pc:sldMkLst>
          <pc:docMk/>
          <pc:sldMk cId="1431994022" sldId="362"/>
        </pc:sldMkLst>
      </pc:sldChg>
      <pc:sldChg chg="addSp delSp modSp add mod">
        <pc:chgData name="Yuri Crotti" userId="d593c9d1-1b73-45ee-aae6-f23c49679525" providerId="ADAL" clId="{8B5617EF-2E44-4B30-910B-9F1C1B9485DD}" dt="2021-10-28T00:29:10.794" v="659"/>
        <pc:sldMkLst>
          <pc:docMk/>
          <pc:sldMk cId="2843858007" sldId="363"/>
        </pc:sldMkLst>
      </pc:sldChg>
      <pc:sldChg chg="addSp delSp modSp add mod">
        <pc:chgData name="Yuri Crotti" userId="d593c9d1-1b73-45ee-aae6-f23c49679525" providerId="ADAL" clId="{8B5617EF-2E44-4B30-910B-9F1C1B9485DD}" dt="2021-10-28T00:29:15.705" v="662" actId="20577"/>
        <pc:sldMkLst>
          <pc:docMk/>
          <pc:sldMk cId="1212221403" sldId="364"/>
        </pc:sldMkLst>
      </pc:sldChg>
      <pc:sldChg chg="addSp delSp modSp add mod">
        <pc:chgData name="Yuri Crotti" userId="d593c9d1-1b73-45ee-aae6-f23c49679525" providerId="ADAL" clId="{8B5617EF-2E44-4B30-910B-9F1C1B9485DD}" dt="2021-10-28T00:43:29.658" v="984" actId="1076"/>
        <pc:sldMkLst>
          <pc:docMk/>
          <pc:sldMk cId="1140945228" sldId="365"/>
        </pc:sldMkLst>
      </pc:sldChg>
      <pc:sldChg chg="addSp delSp modSp add mod">
        <pc:chgData name="Yuri Crotti" userId="d593c9d1-1b73-45ee-aae6-f23c49679525" providerId="ADAL" clId="{8B5617EF-2E44-4B30-910B-9F1C1B9485DD}" dt="2021-10-28T00:45:28.545" v="1051" actId="20577"/>
        <pc:sldMkLst>
          <pc:docMk/>
          <pc:sldMk cId="458862724" sldId="366"/>
        </pc:sldMkLst>
      </pc:sldChg>
    </pc:docChg>
  </pc:docChgLst>
  <pc:docChgLst>
    <pc:chgData name="Yuri Crotti" userId="d593c9d1-1b73-45ee-aae6-f23c49679525" providerId="ADAL" clId="{BA32100B-20F3-4571-803A-BB6E7A669596}"/>
    <pc:docChg chg="undo custSel addSld delSld modSld sldOrd">
      <pc:chgData name="Yuri Crotti" userId="d593c9d1-1b73-45ee-aae6-f23c49679525" providerId="ADAL" clId="{BA32100B-20F3-4571-803A-BB6E7A669596}" dt="2021-05-11T21:52:06.107" v="836"/>
      <pc:docMkLst>
        <pc:docMk/>
      </pc:docMkLst>
      <pc:sldChg chg="modSp mod">
        <pc:chgData name="Yuri Crotti" userId="d593c9d1-1b73-45ee-aae6-f23c49679525" providerId="ADAL" clId="{BA32100B-20F3-4571-803A-BB6E7A669596}" dt="2021-05-09T23:50:07.324" v="0" actId="20577"/>
        <pc:sldMkLst>
          <pc:docMk/>
          <pc:sldMk cId="0" sldId="256"/>
        </pc:sldMkLst>
      </pc:sldChg>
      <pc:sldChg chg="modSp mod modAnim">
        <pc:chgData name="Yuri Crotti" userId="d593c9d1-1b73-45ee-aae6-f23c49679525" providerId="ADAL" clId="{BA32100B-20F3-4571-803A-BB6E7A669596}" dt="2021-05-11T21:50:42.882" v="821"/>
        <pc:sldMkLst>
          <pc:docMk/>
          <pc:sldMk cId="0" sldId="257"/>
        </pc:sldMkLst>
      </pc:sldChg>
      <pc:sldChg chg="addSp delSp modSp mod modAnim modNotesTx">
        <pc:chgData name="Yuri Crotti" userId="d593c9d1-1b73-45ee-aae6-f23c49679525" providerId="ADAL" clId="{BA32100B-20F3-4571-803A-BB6E7A669596}" dt="2021-05-11T21:50:47.938" v="822"/>
        <pc:sldMkLst>
          <pc:docMk/>
          <pc:sldMk cId="0" sldId="258"/>
        </pc:sldMkLst>
      </pc:sldChg>
      <pc:sldChg chg="del">
        <pc:chgData name="Yuri Crotti" userId="d593c9d1-1b73-45ee-aae6-f23c49679525" providerId="ADAL" clId="{BA32100B-20F3-4571-803A-BB6E7A669596}" dt="2021-05-09T23:59:33.894" v="140" actId="47"/>
        <pc:sldMkLst>
          <pc:docMk/>
          <pc:sldMk cId="0" sldId="259"/>
        </pc:sldMkLst>
      </pc:sldChg>
      <pc:sldChg chg="addSp delSp modSp mod delAnim modAnim">
        <pc:chgData name="Yuri Crotti" userId="d593c9d1-1b73-45ee-aae6-f23c49679525" providerId="ADAL" clId="{BA32100B-20F3-4571-803A-BB6E7A669596}" dt="2021-05-11T21:50:58.415" v="824"/>
        <pc:sldMkLst>
          <pc:docMk/>
          <pc:sldMk cId="0" sldId="260"/>
        </pc:sldMkLst>
      </pc:sldChg>
      <pc:sldChg chg="addSp modSp mod modAnim modNotesTx">
        <pc:chgData name="Yuri Crotti" userId="d593c9d1-1b73-45ee-aae6-f23c49679525" providerId="ADAL" clId="{BA32100B-20F3-4571-803A-BB6E7A669596}" dt="2021-05-11T21:51:01.602" v="825"/>
        <pc:sldMkLst>
          <pc:docMk/>
          <pc:sldMk cId="0" sldId="261"/>
        </pc:sldMkLst>
      </pc:sldChg>
      <pc:sldChg chg="modSp del mod modAnim">
        <pc:chgData name="Yuri Crotti" userId="d593c9d1-1b73-45ee-aae6-f23c49679525" providerId="ADAL" clId="{BA32100B-20F3-4571-803A-BB6E7A669596}" dt="2021-05-10T00:51:04.328" v="814" actId="47"/>
        <pc:sldMkLst>
          <pc:docMk/>
          <pc:sldMk cId="0" sldId="262"/>
        </pc:sldMkLst>
      </pc:sldChg>
      <pc:sldChg chg="modSp del mod">
        <pc:chgData name="Yuri Crotti" userId="d593c9d1-1b73-45ee-aae6-f23c49679525" providerId="ADAL" clId="{BA32100B-20F3-4571-803A-BB6E7A669596}" dt="2021-05-10T00:16:44.234" v="332" actId="47"/>
        <pc:sldMkLst>
          <pc:docMk/>
          <pc:sldMk cId="0" sldId="263"/>
        </pc:sldMkLst>
      </pc:sldChg>
      <pc:sldChg chg="modSp del mod">
        <pc:chgData name="Yuri Crotti" userId="d593c9d1-1b73-45ee-aae6-f23c49679525" providerId="ADAL" clId="{BA32100B-20F3-4571-803A-BB6E7A669596}" dt="2021-05-10T00:16:44.234" v="332" actId="47"/>
        <pc:sldMkLst>
          <pc:docMk/>
          <pc:sldMk cId="0" sldId="264"/>
        </pc:sldMkLst>
      </pc:sldChg>
      <pc:sldChg chg="modSp mod modAnim">
        <pc:chgData name="Yuri Crotti" userId="d593c9d1-1b73-45ee-aae6-f23c49679525" providerId="ADAL" clId="{BA32100B-20F3-4571-803A-BB6E7A669596}" dt="2021-05-11T21:51:06.408" v="826"/>
        <pc:sldMkLst>
          <pc:docMk/>
          <pc:sldMk cId="0" sldId="265"/>
        </pc:sldMkLst>
      </pc:sldChg>
      <pc:sldChg chg="modSp mod modAnim">
        <pc:chgData name="Yuri Crotti" userId="d593c9d1-1b73-45ee-aae6-f23c49679525" providerId="ADAL" clId="{BA32100B-20F3-4571-803A-BB6E7A669596}" dt="2021-05-11T21:51:10.210" v="827"/>
        <pc:sldMkLst>
          <pc:docMk/>
          <pc:sldMk cId="0" sldId="266"/>
        </pc:sldMkLst>
      </pc:sldChg>
      <pc:sldChg chg="modSp mod modAnim">
        <pc:chgData name="Yuri Crotti" userId="d593c9d1-1b73-45ee-aae6-f23c49679525" providerId="ADAL" clId="{BA32100B-20F3-4571-803A-BB6E7A669596}" dt="2021-05-11T21:51:14.094" v="828"/>
        <pc:sldMkLst>
          <pc:docMk/>
          <pc:sldMk cId="0" sldId="267"/>
        </pc:sldMkLst>
      </pc:sldChg>
      <pc:sldChg chg="del">
        <pc:chgData name="Yuri Crotti" userId="d593c9d1-1b73-45ee-aae6-f23c49679525" providerId="ADAL" clId="{BA32100B-20F3-4571-803A-BB6E7A669596}" dt="2021-05-10T00:23:11.862" v="442" actId="47"/>
        <pc:sldMkLst>
          <pc:docMk/>
          <pc:sldMk cId="0" sldId="268"/>
        </pc:sldMkLst>
      </pc:sldChg>
      <pc:sldChg chg="modSp mod modAnim">
        <pc:chgData name="Yuri Crotti" userId="d593c9d1-1b73-45ee-aae6-f23c49679525" providerId="ADAL" clId="{BA32100B-20F3-4571-803A-BB6E7A669596}" dt="2021-05-11T21:51:19.782" v="829"/>
        <pc:sldMkLst>
          <pc:docMk/>
          <pc:sldMk cId="0" sldId="269"/>
        </pc:sldMkLst>
      </pc:sldChg>
      <pc:sldChg chg="del">
        <pc:chgData name="Yuri Crotti" userId="d593c9d1-1b73-45ee-aae6-f23c49679525" providerId="ADAL" clId="{BA32100B-20F3-4571-803A-BB6E7A669596}" dt="2021-05-10T00:25:35.336" v="476" actId="47"/>
        <pc:sldMkLst>
          <pc:docMk/>
          <pc:sldMk cId="0" sldId="270"/>
        </pc:sldMkLst>
      </pc:sldChg>
      <pc:sldChg chg="delSp modSp mod modAnim">
        <pc:chgData name="Yuri Crotti" userId="d593c9d1-1b73-45ee-aae6-f23c49679525" providerId="ADAL" clId="{BA32100B-20F3-4571-803A-BB6E7A669596}" dt="2021-05-11T21:51:23.865" v="830"/>
        <pc:sldMkLst>
          <pc:docMk/>
          <pc:sldMk cId="0" sldId="271"/>
        </pc:sldMkLst>
      </pc:sldChg>
      <pc:sldChg chg="del">
        <pc:chgData name="Yuri Crotti" userId="d593c9d1-1b73-45ee-aae6-f23c49679525" providerId="ADAL" clId="{BA32100B-20F3-4571-803A-BB6E7A669596}" dt="2021-05-10T00:32:16.662" v="564" actId="47"/>
        <pc:sldMkLst>
          <pc:docMk/>
          <pc:sldMk cId="0" sldId="272"/>
        </pc:sldMkLst>
      </pc:sldChg>
      <pc:sldChg chg="modSp mod modAnim">
        <pc:chgData name="Yuri Crotti" userId="d593c9d1-1b73-45ee-aae6-f23c49679525" providerId="ADAL" clId="{BA32100B-20F3-4571-803A-BB6E7A669596}" dt="2021-05-11T21:51:32.418" v="832"/>
        <pc:sldMkLst>
          <pc:docMk/>
          <pc:sldMk cId="0" sldId="273"/>
        </pc:sldMkLst>
      </pc:sldChg>
      <pc:sldChg chg="modSp mod modAnim">
        <pc:chgData name="Yuri Crotti" userId="d593c9d1-1b73-45ee-aae6-f23c49679525" providerId="ADAL" clId="{BA32100B-20F3-4571-803A-BB6E7A669596}" dt="2021-05-11T21:51:44.102" v="833"/>
        <pc:sldMkLst>
          <pc:docMk/>
          <pc:sldMk cId="0" sldId="274"/>
        </pc:sldMkLst>
      </pc:sldChg>
      <pc:sldChg chg="modSp mod modAnim">
        <pc:chgData name="Yuri Crotti" userId="d593c9d1-1b73-45ee-aae6-f23c49679525" providerId="ADAL" clId="{BA32100B-20F3-4571-803A-BB6E7A669596}" dt="2021-05-11T21:51:57.832" v="834"/>
        <pc:sldMkLst>
          <pc:docMk/>
          <pc:sldMk cId="0" sldId="275"/>
        </pc:sldMkLst>
      </pc:sldChg>
      <pc:sldChg chg="del">
        <pc:chgData name="Yuri Crotti" userId="d593c9d1-1b73-45ee-aae6-f23c49679525" providerId="ADAL" clId="{BA32100B-20F3-4571-803A-BB6E7A669596}" dt="2021-05-10T00:40:39.139" v="654" actId="47"/>
        <pc:sldMkLst>
          <pc:docMk/>
          <pc:sldMk cId="0" sldId="276"/>
        </pc:sldMkLst>
      </pc:sldChg>
      <pc:sldChg chg="modSp del mod">
        <pc:chgData name="Yuri Crotti" userId="d593c9d1-1b73-45ee-aae6-f23c49679525" providerId="ADAL" clId="{BA32100B-20F3-4571-803A-BB6E7A669596}" dt="2021-05-10T00:43:28.145" v="700" actId="47"/>
        <pc:sldMkLst>
          <pc:docMk/>
          <pc:sldMk cId="0" sldId="277"/>
        </pc:sldMkLst>
      </pc:sldChg>
      <pc:sldChg chg="del">
        <pc:chgData name="Yuri Crotti" userId="d593c9d1-1b73-45ee-aae6-f23c49679525" providerId="ADAL" clId="{BA32100B-20F3-4571-803A-BB6E7A669596}" dt="2021-05-10T00:44:01.111" v="713" actId="47"/>
        <pc:sldMkLst>
          <pc:docMk/>
          <pc:sldMk cId="0" sldId="278"/>
        </pc:sldMkLst>
      </pc:sldChg>
      <pc:sldChg chg="del">
        <pc:chgData name="Yuri Crotti" userId="d593c9d1-1b73-45ee-aae6-f23c49679525" providerId="ADAL" clId="{BA32100B-20F3-4571-803A-BB6E7A669596}" dt="2021-05-10T00:33:57.587" v="566" actId="47"/>
        <pc:sldMkLst>
          <pc:docMk/>
          <pc:sldMk cId="0" sldId="279"/>
        </pc:sldMkLst>
      </pc:sldChg>
      <pc:sldChg chg="modSp add del mod">
        <pc:chgData name="Yuri Crotti" userId="d593c9d1-1b73-45ee-aae6-f23c49679525" providerId="ADAL" clId="{BA32100B-20F3-4571-803A-BB6E7A669596}" dt="2021-05-09T23:56:27.426" v="103" actId="2696"/>
        <pc:sldMkLst>
          <pc:docMk/>
          <pc:sldMk cId="841971402" sldId="280"/>
        </pc:sldMkLst>
      </pc:sldChg>
      <pc:sldChg chg="addSp delSp modSp add mod modAnim">
        <pc:chgData name="Yuri Crotti" userId="d593c9d1-1b73-45ee-aae6-f23c49679525" providerId="ADAL" clId="{BA32100B-20F3-4571-803A-BB6E7A669596}" dt="2021-05-11T21:50:51.564" v="823"/>
        <pc:sldMkLst>
          <pc:docMk/>
          <pc:sldMk cId="1185991061" sldId="280"/>
        </pc:sldMkLst>
      </pc:sldChg>
      <pc:sldChg chg="modSp add del mod">
        <pc:chgData name="Yuri Crotti" userId="d593c9d1-1b73-45ee-aae6-f23c49679525" providerId="ADAL" clId="{BA32100B-20F3-4571-803A-BB6E7A669596}" dt="2021-05-10T00:14:56.570" v="298" actId="2696"/>
        <pc:sldMkLst>
          <pc:docMk/>
          <pc:sldMk cId="3480617553" sldId="281"/>
        </pc:sldMkLst>
      </pc:sldChg>
      <pc:sldChg chg="modSp add del mod">
        <pc:chgData name="Yuri Crotti" userId="d593c9d1-1b73-45ee-aae6-f23c49679525" providerId="ADAL" clId="{BA32100B-20F3-4571-803A-BB6E7A669596}" dt="2021-05-10T00:51:04.328" v="814" actId="47"/>
        <pc:sldMkLst>
          <pc:docMk/>
          <pc:sldMk cId="540772266" sldId="282"/>
        </pc:sldMkLst>
      </pc:sldChg>
      <pc:sldChg chg="addSp delSp modSp add mod">
        <pc:chgData name="Yuri Crotti" userId="d593c9d1-1b73-45ee-aae6-f23c49679525" providerId="ADAL" clId="{BA32100B-20F3-4571-803A-BB6E7A669596}" dt="2021-05-10T00:22:37.415" v="441" actId="1076"/>
        <pc:sldMkLst>
          <pc:docMk/>
          <pc:sldMk cId="3994366001" sldId="326"/>
        </pc:sldMkLst>
      </pc:sldChg>
      <pc:sldChg chg="addSp delSp modSp add mod ord">
        <pc:chgData name="Yuri Crotti" userId="d593c9d1-1b73-45ee-aae6-f23c49679525" providerId="ADAL" clId="{BA32100B-20F3-4571-803A-BB6E7A669596}" dt="2021-05-10T00:26:09.463" v="483" actId="1076"/>
        <pc:sldMkLst>
          <pc:docMk/>
          <pc:sldMk cId="188352365" sldId="327"/>
        </pc:sldMkLst>
      </pc:sldChg>
      <pc:sldChg chg="addSp delSp modSp add mod modAnim">
        <pc:chgData name="Yuri Crotti" userId="d593c9d1-1b73-45ee-aae6-f23c49679525" providerId="ADAL" clId="{BA32100B-20F3-4571-803A-BB6E7A669596}" dt="2021-05-11T21:51:28.805" v="831"/>
        <pc:sldMkLst>
          <pc:docMk/>
          <pc:sldMk cId="1604613633" sldId="328"/>
        </pc:sldMkLst>
      </pc:sldChg>
      <pc:sldChg chg="add del">
        <pc:chgData name="Yuri Crotti" userId="d593c9d1-1b73-45ee-aae6-f23c49679525" providerId="ADAL" clId="{BA32100B-20F3-4571-803A-BB6E7A669596}" dt="2021-05-10T00:35:32.567" v="568"/>
        <pc:sldMkLst>
          <pc:docMk/>
          <pc:sldMk cId="570357699" sldId="329"/>
        </pc:sldMkLst>
      </pc:sldChg>
      <pc:sldChg chg="addSp delSp modSp add mod ord">
        <pc:chgData name="Yuri Crotti" userId="d593c9d1-1b73-45ee-aae6-f23c49679525" providerId="ADAL" clId="{BA32100B-20F3-4571-803A-BB6E7A669596}" dt="2021-05-10T00:36:16.315" v="597" actId="1076"/>
        <pc:sldMkLst>
          <pc:docMk/>
          <pc:sldMk cId="3996109786" sldId="329"/>
        </pc:sldMkLst>
      </pc:sldChg>
      <pc:sldChg chg="addSp delSp modSp add del mod ord">
        <pc:chgData name="Yuri Crotti" userId="d593c9d1-1b73-45ee-aae6-f23c49679525" providerId="ADAL" clId="{BA32100B-20F3-4571-803A-BB6E7A669596}" dt="2021-05-10T00:42:34.213" v="660" actId="2696"/>
        <pc:sldMkLst>
          <pc:docMk/>
          <pc:sldMk cId="573090336" sldId="330"/>
        </pc:sldMkLst>
      </pc:sldChg>
      <pc:sldChg chg="addSp delSp modSp add mod modAnim">
        <pc:chgData name="Yuri Crotti" userId="d593c9d1-1b73-45ee-aae6-f23c49679525" providerId="ADAL" clId="{BA32100B-20F3-4571-803A-BB6E7A669596}" dt="2021-05-11T21:52:02.437" v="835"/>
        <pc:sldMkLst>
          <pc:docMk/>
          <pc:sldMk cId="271152129" sldId="331"/>
        </pc:sldMkLst>
      </pc:sldChg>
      <pc:sldChg chg="addSp delSp modSp add mod ord modAnim">
        <pc:chgData name="Yuri Crotti" userId="d593c9d1-1b73-45ee-aae6-f23c49679525" providerId="ADAL" clId="{BA32100B-20F3-4571-803A-BB6E7A669596}" dt="2021-05-11T21:52:06.107" v="836"/>
        <pc:sldMkLst>
          <pc:docMk/>
          <pc:sldMk cId="199495377" sldId="332"/>
        </pc:sldMkLst>
      </pc:sldChg>
      <pc:sldChg chg="addSp delSp modSp add mod ord">
        <pc:chgData name="Yuri Crotti" userId="d593c9d1-1b73-45ee-aae6-f23c49679525" providerId="ADAL" clId="{BA32100B-20F3-4571-803A-BB6E7A669596}" dt="2021-05-10T00:49:31.447" v="813" actId="1076"/>
        <pc:sldMkLst>
          <pc:docMk/>
          <pc:sldMk cId="247178358" sldId="333"/>
        </pc:sldMkLst>
      </pc:sldChg>
      <pc:sldChg chg="add ord">
        <pc:chgData name="Yuri Crotti" userId="d593c9d1-1b73-45ee-aae6-f23c49679525" providerId="ADAL" clId="{BA32100B-20F3-4571-803A-BB6E7A669596}" dt="2021-05-10T00:53:34.008" v="817"/>
        <pc:sldMkLst>
          <pc:docMk/>
          <pc:sldMk cId="2454358297" sldId="334"/>
        </pc:sldMkLst>
      </pc:sldChg>
    </pc:docChg>
  </pc:docChgLst>
  <pc:docChgLst>
    <pc:chgData name="Yuri Crotti" userId="S::yuri.crotti@satc.edu.br::d593c9d1-1b73-45ee-aae6-f23c49679525" providerId="AD" clId="Web-{678B0D89-C1CC-AF84-484A-2AC4131F5CBE}"/>
    <pc:docChg chg="modSld">
      <pc:chgData name="Yuri Crotti" userId="S::yuri.crotti@satc.edu.br::d593c9d1-1b73-45ee-aae6-f23c49679525" providerId="AD" clId="Web-{678B0D89-C1CC-AF84-484A-2AC4131F5CBE}" dt="2020-10-08T21:01:45.624" v="40" actId="1076"/>
      <pc:docMkLst>
        <pc:docMk/>
      </pc:docMkLst>
      <pc:sldChg chg="modSp">
        <pc:chgData name="Yuri Crotti" userId="S::yuri.crotti@satc.edu.br::d593c9d1-1b73-45ee-aae6-f23c49679525" providerId="AD" clId="Web-{678B0D89-C1CC-AF84-484A-2AC4131F5CBE}" dt="2020-10-08T20:53:05.679" v="3" actId="20577"/>
        <pc:sldMkLst>
          <pc:docMk/>
          <pc:sldMk cId="0" sldId="258"/>
        </pc:sldMkLst>
      </pc:sldChg>
      <pc:sldChg chg="modSp">
        <pc:chgData name="Yuri Crotti" userId="S::yuri.crotti@satc.edu.br::d593c9d1-1b73-45ee-aae6-f23c49679525" providerId="AD" clId="Web-{678B0D89-C1CC-AF84-484A-2AC4131F5CBE}" dt="2020-10-08T20:53:32.461" v="7" actId="20577"/>
        <pc:sldMkLst>
          <pc:docMk/>
          <pc:sldMk cId="0" sldId="259"/>
        </pc:sldMkLst>
      </pc:sldChg>
      <pc:sldChg chg="modSp">
        <pc:chgData name="Yuri Crotti" userId="S::yuri.crotti@satc.edu.br::d593c9d1-1b73-45ee-aae6-f23c49679525" providerId="AD" clId="Web-{678B0D89-C1CC-AF84-484A-2AC4131F5CBE}" dt="2020-10-08T20:54:35.839" v="13" actId="20577"/>
        <pc:sldMkLst>
          <pc:docMk/>
          <pc:sldMk cId="0" sldId="262"/>
        </pc:sldMkLst>
      </pc:sldChg>
      <pc:sldChg chg="modSp">
        <pc:chgData name="Yuri Crotti" userId="S::yuri.crotti@satc.edu.br::d593c9d1-1b73-45ee-aae6-f23c49679525" providerId="AD" clId="Web-{678B0D89-C1CC-AF84-484A-2AC4131F5CBE}" dt="2020-10-08T20:55:30.185" v="21" actId="1076"/>
        <pc:sldMkLst>
          <pc:docMk/>
          <pc:sldMk cId="0" sldId="263"/>
        </pc:sldMkLst>
      </pc:sldChg>
      <pc:sldChg chg="modSp">
        <pc:chgData name="Yuri Crotti" userId="S::yuri.crotti@satc.edu.br::d593c9d1-1b73-45ee-aae6-f23c49679525" providerId="AD" clId="Web-{678B0D89-C1CC-AF84-484A-2AC4131F5CBE}" dt="2020-10-08T20:56:05.765" v="23" actId="1076"/>
        <pc:sldMkLst>
          <pc:docMk/>
          <pc:sldMk cId="0" sldId="264"/>
        </pc:sldMkLst>
      </pc:sldChg>
      <pc:sldChg chg="modSp">
        <pc:chgData name="Yuri Crotti" userId="S::yuri.crotti@satc.edu.br::d593c9d1-1b73-45ee-aae6-f23c49679525" providerId="AD" clId="Web-{678B0D89-C1CC-AF84-484A-2AC4131F5CBE}" dt="2020-10-08T20:56:59.783" v="26" actId="20577"/>
        <pc:sldMkLst>
          <pc:docMk/>
          <pc:sldMk cId="0" sldId="266"/>
        </pc:sldMkLst>
      </pc:sldChg>
      <pc:sldChg chg="modSp">
        <pc:chgData name="Yuri Crotti" userId="S::yuri.crotti@satc.edu.br::d593c9d1-1b73-45ee-aae6-f23c49679525" providerId="AD" clId="Web-{678B0D89-C1CC-AF84-484A-2AC4131F5CBE}" dt="2020-10-08T21:01:02.841" v="34" actId="20577"/>
        <pc:sldMkLst>
          <pc:docMk/>
          <pc:sldMk cId="0" sldId="273"/>
        </pc:sldMkLst>
      </pc:sldChg>
      <pc:sldChg chg="modSp">
        <pc:chgData name="Yuri Crotti" userId="S::yuri.crotti@satc.edu.br::d593c9d1-1b73-45ee-aae6-f23c49679525" providerId="AD" clId="Web-{678B0D89-C1CC-AF84-484A-2AC4131F5CBE}" dt="2020-10-08T21:01:45.624" v="40" actId="1076"/>
        <pc:sldMkLst>
          <pc:docMk/>
          <pc:sldMk cId="0" sldId="277"/>
        </pc:sldMkLst>
      </pc:sldChg>
    </pc:docChg>
  </pc:docChgLst>
  <pc:docChgLst>
    <pc:chgData name="Yuri Crotti" userId="S::yuri.crotti@satc.edu.br::d593c9d1-1b73-45ee-aae6-f23c49679525" providerId="AD" clId="Web-{ECBF0B91-2906-A12B-5469-A3321373DC4F}"/>
    <pc:docChg chg="modSld">
      <pc:chgData name="Yuri Crotti" userId="S::yuri.crotti@satc.edu.br::d593c9d1-1b73-45ee-aae6-f23c49679525" providerId="AD" clId="Web-{ECBF0B91-2906-A12B-5469-A3321373DC4F}" dt="2020-10-08T23:07:11.428" v="5" actId="1076"/>
      <pc:docMkLst>
        <pc:docMk/>
      </pc:docMkLst>
      <pc:sldChg chg="modSp">
        <pc:chgData name="Yuri Crotti" userId="S::yuri.crotti@satc.edu.br::d593c9d1-1b73-45ee-aae6-f23c49679525" providerId="AD" clId="Web-{ECBF0B91-2906-A12B-5469-A3321373DC4F}" dt="2020-10-08T23:07:11.428" v="5" actId="1076"/>
        <pc:sldMkLst>
          <pc:docMk/>
          <pc:sldMk cId="0" sldId="277"/>
        </pc:sldMkLst>
      </pc:sldChg>
    </pc:docChg>
  </pc:docChgLst>
  <pc:docChgLst>
    <pc:chgData name="Yuri Crotti" userId="d593c9d1-1b73-45ee-aae6-f23c49679525" providerId="ADAL" clId="{DF040B07-87C7-44FF-89D0-3B82B8C4D5AE}"/>
    <pc:docChg chg="undo custSel addSld delSld modSld">
      <pc:chgData name="Yuri Crotti" userId="d593c9d1-1b73-45ee-aae6-f23c49679525" providerId="ADAL" clId="{DF040B07-87C7-44FF-89D0-3B82B8C4D5AE}" dt="2025-09-30T22:13:51.567" v="4" actId="20577"/>
      <pc:docMkLst>
        <pc:docMk/>
      </pc:docMkLst>
      <pc:sldChg chg="modSp mod">
        <pc:chgData name="Yuri Crotti" userId="d593c9d1-1b73-45ee-aae6-f23c49679525" providerId="ADAL" clId="{DF040B07-87C7-44FF-89D0-3B82B8C4D5AE}" dt="2025-09-30T22:10:23.828" v="0" actId="20577"/>
        <pc:sldMkLst>
          <pc:docMk/>
          <pc:sldMk cId="0" sldId="256"/>
        </pc:sldMkLst>
        <pc:spChg chg="mod">
          <ac:chgData name="Yuri Crotti" userId="d593c9d1-1b73-45ee-aae6-f23c49679525" providerId="ADAL" clId="{DF040B07-87C7-44FF-89D0-3B82B8C4D5AE}" dt="2025-09-30T22:10:23.828" v="0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 del">
        <pc:chgData name="Yuri Crotti" userId="d593c9d1-1b73-45ee-aae6-f23c49679525" providerId="ADAL" clId="{DF040B07-87C7-44FF-89D0-3B82B8C4D5AE}" dt="2025-09-30T22:11:02.250" v="2" actId="47"/>
        <pc:sldMkLst>
          <pc:docMk/>
          <pc:sldMk cId="0" sldId="261"/>
        </pc:sldMkLst>
      </pc:sldChg>
      <pc:sldChg chg="del">
        <pc:chgData name="Yuri Crotti" userId="d593c9d1-1b73-45ee-aae6-f23c49679525" providerId="ADAL" clId="{DF040B07-87C7-44FF-89D0-3B82B8C4D5AE}" dt="2025-09-30T22:11:26.829" v="3" actId="47"/>
        <pc:sldMkLst>
          <pc:docMk/>
          <pc:sldMk cId="0" sldId="273"/>
        </pc:sldMkLst>
      </pc:sldChg>
      <pc:sldChg chg="del">
        <pc:chgData name="Yuri Crotti" userId="d593c9d1-1b73-45ee-aae6-f23c49679525" providerId="ADAL" clId="{DF040B07-87C7-44FF-89D0-3B82B8C4D5AE}" dt="2025-09-30T22:11:26.829" v="3" actId="47"/>
        <pc:sldMkLst>
          <pc:docMk/>
          <pc:sldMk cId="0" sldId="274"/>
        </pc:sldMkLst>
      </pc:sldChg>
      <pc:sldChg chg="del">
        <pc:chgData name="Yuri Crotti" userId="d593c9d1-1b73-45ee-aae6-f23c49679525" providerId="ADAL" clId="{DF040B07-87C7-44FF-89D0-3B82B8C4D5AE}" dt="2025-09-30T22:11:26.829" v="3" actId="47"/>
        <pc:sldMkLst>
          <pc:docMk/>
          <pc:sldMk cId="0" sldId="275"/>
        </pc:sldMkLst>
      </pc:sldChg>
      <pc:sldChg chg="del">
        <pc:chgData name="Yuri Crotti" userId="d593c9d1-1b73-45ee-aae6-f23c49679525" providerId="ADAL" clId="{DF040B07-87C7-44FF-89D0-3B82B8C4D5AE}" dt="2025-09-30T22:11:26.829" v="3" actId="47"/>
        <pc:sldMkLst>
          <pc:docMk/>
          <pc:sldMk cId="271152129" sldId="331"/>
        </pc:sldMkLst>
      </pc:sldChg>
      <pc:sldChg chg="modSp mod">
        <pc:chgData name="Yuri Crotti" userId="d593c9d1-1b73-45ee-aae6-f23c49679525" providerId="ADAL" clId="{DF040B07-87C7-44FF-89D0-3B82B8C4D5AE}" dt="2025-09-30T22:13:51.567" v="4" actId="20577"/>
        <pc:sldMkLst>
          <pc:docMk/>
          <pc:sldMk cId="2454358297" sldId="334"/>
        </pc:sldMkLst>
        <pc:spChg chg="mod">
          <ac:chgData name="Yuri Crotti" userId="d593c9d1-1b73-45ee-aae6-f23c49679525" providerId="ADAL" clId="{DF040B07-87C7-44FF-89D0-3B82B8C4D5AE}" dt="2025-09-30T22:13:51.567" v="4" actId="20577"/>
          <ac:spMkLst>
            <pc:docMk/>
            <pc:sldMk cId="2454358297" sldId="334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a63a48450_0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dirty="0">
                <a:latin typeface="Calibri"/>
                <a:ea typeface="Calibri"/>
                <a:cs typeface="Calibri"/>
                <a:sym typeface="Calibri"/>
              </a:rPr>
              <a:t>Podemos entender que, neste caso, o modelo aprendeu tão bem as relações existentes no treino, que acabou apenas decorando o que deveria ser feito, e ao receber as informações das variáveis preditoras nos dados de teste, o modelo tenta aplicar as mesmas</a:t>
            </a:r>
            <a:r>
              <a:rPr lang="pt-BR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regras decorada</a:t>
            </a:r>
            <a:r>
              <a:rPr lang="pt-BR" sz="1200" dirty="0">
                <a:latin typeface="Calibri"/>
                <a:ea typeface="Calibri"/>
                <a:cs typeface="Calibri"/>
                <a:sym typeface="Calibri"/>
              </a:rPr>
              <a:t>s, porém com d</a:t>
            </a:r>
            <a:r>
              <a:rPr lang="pt-BR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ados diferentes esta regra não tem validade, e o desempenho é afetado</a:t>
            </a:r>
            <a:r>
              <a:rPr lang="pt-BR" sz="1200" dirty="0">
                <a:latin typeface="Calibri"/>
                <a:ea typeface="Calibri"/>
                <a:cs typeface="Calibri"/>
                <a:sym typeface="Calibri"/>
              </a:rPr>
              <a:t>. 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g9a63a4845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a63a48450_0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dirty="0">
                <a:latin typeface="Calibri"/>
                <a:ea typeface="Calibri"/>
                <a:cs typeface="Calibri"/>
                <a:sym typeface="Calibri"/>
              </a:rPr>
              <a:t>Podemos entender que, neste caso, o modelo aprendeu tão bem as relações existentes no treino, que acabou apenas decorando o que deveria ser feito, e ao receber as informações das variáveis preditoras nos dados de teste, o modelo tenta aplicar as mesmas</a:t>
            </a:r>
            <a:r>
              <a:rPr lang="pt-BR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regras decorada</a:t>
            </a:r>
            <a:r>
              <a:rPr lang="pt-BR" sz="1200" dirty="0">
                <a:latin typeface="Calibri"/>
                <a:ea typeface="Calibri"/>
                <a:cs typeface="Calibri"/>
                <a:sym typeface="Calibri"/>
              </a:rPr>
              <a:t>s, porém com d</a:t>
            </a:r>
            <a:r>
              <a:rPr lang="pt-BR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ados diferentes esta regra não tem validade, e o desempenho é afetado</a:t>
            </a:r>
            <a:r>
              <a:rPr lang="pt-BR" sz="1200" dirty="0">
                <a:latin typeface="Calibri"/>
                <a:ea typeface="Calibri"/>
                <a:cs typeface="Calibri"/>
                <a:sym typeface="Calibri"/>
              </a:rPr>
              <a:t>. 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g9a63a4845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7045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dfc08cc22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3" name="Google Shape;123;g9dfc08cc2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a63a48450_0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dos desafios na hora de criar um modelo é tentar encontrar um equilíbrio entre o quão bom nosso modelo é para explicar o passado e o quão bom ele é para explicar o futuro.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limite queremos criar um modelo que capture toda informação relevante do passado para criar uma boa generalização para o futuro.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4" name="Google Shape;134;g9a63a48450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a63a48450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g9a63a4845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9a63a48450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9a63a4845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984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7682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4447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9190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a63a48450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g9a63a4845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9a63a48450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9a63a48450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7448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8454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7280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9a63a48450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9a63a48450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6071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a63a48450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g9a63a48450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8956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519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2658" y="-10003"/>
            <a:ext cx="6669342" cy="686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l="33888" r="11349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3141" y="2076426"/>
            <a:ext cx="2243122" cy="27051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518366" y="2644170"/>
            <a:ext cx="555752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Aula 6 – Treino, Validação e Teste</a:t>
            </a:r>
            <a:endParaRPr sz="3600" b="0" i="0" u="none" strike="noStrike" cap="none" dirty="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336999" y="4781574"/>
            <a:ext cx="673888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Yuri Crotti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23257" y="341091"/>
            <a:ext cx="1087700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Conceitos de </a:t>
            </a:r>
            <a:r>
              <a:rPr lang="pt-BR" sz="43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Overfitting</a:t>
            </a:r>
            <a:r>
              <a:rPr lang="pt-BR" sz="43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e </a:t>
            </a:r>
            <a:r>
              <a:rPr lang="pt-BR" sz="43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Underfitting</a:t>
            </a:r>
            <a:r>
              <a:rPr lang="pt-BR" sz="43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</a:t>
            </a:r>
            <a:endParaRPr sz="9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54447" y="5375952"/>
            <a:ext cx="10936800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pt-BR" sz="24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Underfitting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24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dois termos extremamente importantes no ramo do </a:t>
            </a:r>
            <a:r>
              <a:rPr lang="pt-B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8576" y="1987087"/>
            <a:ext cx="8024525" cy="28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680204" y="110504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Ocorrência  de </a:t>
            </a:r>
            <a:r>
              <a:rPr lang="pt-BR" sz="43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Overfitting</a:t>
            </a:r>
            <a:r>
              <a:rPr lang="pt-BR" sz="43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</a:t>
            </a:r>
            <a:endParaRPr sz="9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24554" y="2340233"/>
            <a:ext cx="6294200" cy="2869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SzPts val="1100"/>
            </a:pPr>
            <a:r>
              <a:rPr lang="pt-BR" sz="2400" dirty="0">
                <a:latin typeface="Calibri"/>
                <a:ea typeface="Calibri"/>
                <a:cs typeface="Calibri"/>
                <a:sym typeface="Calibri"/>
              </a:rPr>
              <a:t>Um cenário de </a:t>
            </a:r>
            <a:r>
              <a:rPr lang="pt-BR" sz="2400" dirty="0" err="1">
                <a:latin typeface="Calibri"/>
                <a:ea typeface="Calibri"/>
                <a:cs typeface="Calibri"/>
                <a:sym typeface="Calibri"/>
              </a:rPr>
              <a:t>overfitting</a:t>
            </a:r>
            <a:r>
              <a:rPr lang="pt-BR" sz="2400" dirty="0">
                <a:latin typeface="Calibri"/>
                <a:ea typeface="Calibri"/>
                <a:cs typeface="Calibri"/>
                <a:sym typeface="Calibri"/>
              </a:rPr>
              <a:t> ocorre quando, nos dados de treino, o modelo tem um 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desempenho excelente, porém quando utilizamos os dados de teste o resultado é ruim. 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dirty="0">
                <a:latin typeface="Calibri"/>
                <a:ea typeface="Calibri"/>
                <a:cs typeface="Calibri"/>
                <a:sym typeface="Calibri"/>
              </a:rPr>
              <a:t>É comum ouvirmos que neste cenário o modelo treinado 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não tem capacidade de generalização.</a:t>
            </a:r>
            <a:endParaRPr sz="24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42B617-5A37-43D6-BFA7-F48F1D801D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403" b="21317"/>
          <a:stretch/>
        </p:blipFill>
        <p:spPr>
          <a:xfrm>
            <a:off x="7948144" y="1170722"/>
            <a:ext cx="3437460" cy="2339023"/>
          </a:xfrm>
          <a:prstGeom prst="rect">
            <a:avLst/>
          </a:prstGeom>
        </p:spPr>
      </p:pic>
      <p:pic>
        <p:nvPicPr>
          <p:cNvPr id="1028" name="Picture 4" descr="overfitting and underfitting in machine learning with example online -">
            <a:extLst>
              <a:ext uri="{FF2B5EF4-FFF2-40B4-BE49-F238E27FC236}">
                <a16:creationId xmlns:a16="http://schemas.microsoft.com/office/drawing/2014/main" id="{BBFDB88F-48A1-4F8A-A043-7003BA06D2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77" t="3907" r="1946" b="28198"/>
          <a:stretch/>
        </p:blipFill>
        <p:spPr bwMode="auto">
          <a:xfrm>
            <a:off x="7773329" y="3591363"/>
            <a:ext cx="3415004" cy="3181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680204" y="110504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Ocorrência  de </a:t>
            </a:r>
            <a:r>
              <a:rPr lang="pt-BR" sz="43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Underfittig</a:t>
            </a:r>
            <a:r>
              <a:rPr lang="pt-BR" sz="43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</a:t>
            </a:r>
            <a:endParaRPr sz="9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24554" y="2178811"/>
            <a:ext cx="6294200" cy="2869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SzPts val="1100"/>
            </a:pPr>
            <a:r>
              <a:rPr lang="pt-BR" sz="2400" dirty="0">
                <a:latin typeface="Calibri"/>
                <a:ea typeface="Calibri"/>
                <a:cs typeface="Calibri"/>
                <a:sym typeface="Calibri"/>
              </a:rPr>
              <a:t>Neste cenário o 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r>
              <a:rPr lang="pt-BR" sz="2400" dirty="0">
                <a:latin typeface="Calibri"/>
                <a:ea typeface="Calibri"/>
                <a:cs typeface="Calibri"/>
                <a:sym typeface="Calibri"/>
              </a:rPr>
              <a:t> do modelo 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já é ruim no próprio treinamento. </a:t>
            </a:r>
            <a:endParaRPr lang="pt-BR" sz="24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0" algn="just">
              <a:buSzPts val="1100"/>
            </a:pPr>
            <a:endParaRPr lang="pt-BR" sz="2400" dirty="0"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SzPts val="1100"/>
            </a:pPr>
            <a:r>
              <a:rPr lang="pt-BR" sz="2400" dirty="0">
                <a:latin typeface="Calibri"/>
                <a:ea typeface="Calibri"/>
                <a:cs typeface="Calibri"/>
                <a:sym typeface="Calibri"/>
              </a:rPr>
              <a:t>O modelo 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não consegue encontrar relações entre as variáveis e o teste nem precisa acontecer. </a:t>
            </a:r>
            <a:r>
              <a:rPr lang="pt-BR" sz="2400" dirty="0">
                <a:latin typeface="Calibri"/>
                <a:ea typeface="Calibri"/>
                <a:cs typeface="Calibri"/>
                <a:sym typeface="Calibri"/>
              </a:rPr>
              <a:t>Este modelo já pode ser descartado, pois não terá utilidade.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ADCB07-DCC7-4F5C-8E42-189EAEAE2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564" y="1068400"/>
            <a:ext cx="3786575" cy="2706700"/>
          </a:xfrm>
          <a:prstGeom prst="rect">
            <a:avLst/>
          </a:prstGeom>
        </p:spPr>
      </p:pic>
      <p:pic>
        <p:nvPicPr>
          <p:cNvPr id="2050" name="Picture 2" descr="overfitting and underfitting in machine learning with example online -">
            <a:extLst>
              <a:ext uri="{FF2B5EF4-FFF2-40B4-BE49-F238E27FC236}">
                <a16:creationId xmlns:a16="http://schemas.microsoft.com/office/drawing/2014/main" id="{137E4740-BEBF-4A25-93BF-850F6C26E4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1" t="5433" r="68848" b="27694"/>
          <a:stretch/>
        </p:blipFill>
        <p:spPr bwMode="auto">
          <a:xfrm>
            <a:off x="7774320" y="3613678"/>
            <a:ext cx="3311370" cy="313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99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1751226" y="0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Underfitting</a:t>
            </a:r>
            <a:r>
              <a:rPr lang="pt-BR" sz="42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e </a:t>
            </a:r>
            <a:r>
              <a:rPr lang="pt-BR" sz="42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Overfitting</a:t>
            </a:r>
            <a:endParaRPr sz="8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5">
            <a:alphaModFix/>
          </a:blip>
          <a:srcRect l="1900" t="562" r="6063" b="70952"/>
          <a:stretch/>
        </p:blipFill>
        <p:spPr>
          <a:xfrm>
            <a:off x="2085804" y="1063123"/>
            <a:ext cx="8350180" cy="1924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5A393BA-2382-411D-9DC7-E579F1EFC98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42" r="1690"/>
          <a:stretch/>
        </p:blipFill>
        <p:spPr>
          <a:xfrm>
            <a:off x="57280" y="3277803"/>
            <a:ext cx="6047035" cy="161782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50B9B46-F2F3-4E62-85D1-6E866E413A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9927" y="3278492"/>
            <a:ext cx="6110797" cy="16178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62B9604-31B3-4C0F-AAA1-E4CD0F1EEB3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4658" b="18503"/>
          <a:stretch/>
        </p:blipFill>
        <p:spPr>
          <a:xfrm>
            <a:off x="1350018" y="5475118"/>
            <a:ext cx="9508593" cy="10764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1831125" y="-22840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0" i="0" u="none" strike="noStrike" cap="none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Viés e </a:t>
            </a: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Variância</a:t>
            </a:r>
            <a:r>
              <a:rPr lang="pt-BR" sz="4800" b="0" i="0" u="none" strike="noStrike" cap="none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6300316" y="1923290"/>
            <a:ext cx="572904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poucas palavras, quando 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você está procurando um modelo perfeito para explicar seus dados, está buscando equilíbrio entre o viés (bias) e variância (</a:t>
            </a:r>
            <a:r>
              <a:rPr lang="pt-BR" sz="24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Balanço viés/variância: </a:t>
            </a:r>
            <a:r>
              <a:rPr lang="pt-BR" sz="2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Quanto mais simples o modelo, maior o viés e, quanto mais complexo o modelo, maior a variância.</a:t>
            </a:r>
            <a:endParaRPr lang="pt-BR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O que é bias-variance tradeoff e como isso impacta seu modelo | Data Hackers">
            <a:extLst>
              <a:ext uri="{FF2B5EF4-FFF2-40B4-BE49-F238E27FC236}">
                <a16:creationId xmlns:a16="http://schemas.microsoft.com/office/drawing/2014/main" id="{530351CB-CD63-4AEB-837A-3C65E1F5F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327" y="1627224"/>
            <a:ext cx="4093347" cy="409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0" i="0" u="none" strike="noStrike" cap="none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Curva de Aprendizado 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425225" y="1837425"/>
            <a:ext cx="11327400" cy="46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009" y="2216978"/>
            <a:ext cx="6147675" cy="33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2066" y="2039531"/>
            <a:ext cx="5558475" cy="373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Validação Cruzada (Cross </a:t>
            </a:r>
            <a:r>
              <a:rPr lang="pt-BR" sz="48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Validation</a:t>
            </a: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88" name="Google Shape;188;p2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545932" y="1782384"/>
            <a:ext cx="11475000" cy="1443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Validação cruzada é uma técnica para avaliar modelos de ML por meio de treinamento de vários modelos de ML em subconjuntos de dados de entrada disponíveis e avaliação deles no subconjunto complementar dos dados. 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7AC409-C3D0-4E61-AF48-1224DB51A2AA}"/>
              </a:ext>
            </a:extLst>
          </p:cNvPr>
          <p:cNvSpPr txBox="1"/>
          <p:nvPr/>
        </p:nvSpPr>
        <p:spPr>
          <a:xfrm>
            <a:off x="545931" y="3265715"/>
            <a:ext cx="114749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objetivo da validação cruzada é definir</a:t>
            </a:r>
            <a:r>
              <a:rPr lang="pt-BR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um conjunto de dados para "testar"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modelo na fase de treinamento (ou seja, o conjunto de validação), </a:t>
            </a:r>
            <a:r>
              <a:rPr lang="pt-BR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fim de limitar problemas como </a:t>
            </a:r>
            <a:r>
              <a:rPr lang="pt-BR" sz="2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dar uma visão de como o modelo irá generalizar para um conjunto de dados independente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370302-77A0-4327-9E5E-96D23A2F71B9}"/>
              </a:ext>
            </a:extLst>
          </p:cNvPr>
          <p:cNvSpPr txBox="1"/>
          <p:nvPr/>
        </p:nvSpPr>
        <p:spPr>
          <a:xfrm>
            <a:off x="4293869" y="4577917"/>
            <a:ext cx="39791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</a:t>
            </a: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Houldout</a:t>
            </a:r>
            <a:endParaRPr lang="pt-BR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</a:t>
            </a: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fold</a:t>
            </a:r>
            <a:endParaRPr lang="pt-BR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Leave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Leave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 Out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SuffleSplit</a:t>
            </a:r>
            <a:endParaRPr lang="pt-BR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TimeSeries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Split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Método de validação </a:t>
            </a:r>
            <a:r>
              <a:rPr lang="pt-BR" sz="48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Holdout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0" y="18349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método consiste em dividir o conjunto total de dados em dois subconjuntos mutuamente exclusivos, um para treinamento (estimação dos parâmetros) e outro para teste (validação).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Normalmente se divide em uma proporção 70/30, onde o 70 representa 70% do seu conjunto de dados, que por sua vez será usado para treinar seu modelo e 30 os 30% restantes para testar sua performance.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3888" y="4128254"/>
            <a:ext cx="4263450" cy="233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Learning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96947BD-1820-4CEB-ACEF-C48AF73CEF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58" r="5241"/>
          <a:stretch/>
        </p:blipFill>
        <p:spPr>
          <a:xfrm>
            <a:off x="444643" y="1865091"/>
            <a:ext cx="11455714" cy="280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56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Learning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14FBC32-8A21-4B36-94D7-5B5E62FCB2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487"/>
          <a:stretch/>
        </p:blipFill>
        <p:spPr>
          <a:xfrm>
            <a:off x="3297046" y="1319691"/>
            <a:ext cx="6292724" cy="548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73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987182" y="0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Learning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03FE8E-607F-43E3-8D8E-563B14A9BD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400" b="1569"/>
          <a:stretch/>
        </p:blipFill>
        <p:spPr>
          <a:xfrm>
            <a:off x="3534445" y="978600"/>
            <a:ext cx="5123110" cy="569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28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987182" y="0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Learning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839AFCB-1059-43B8-BEDE-015565D74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147" y="978600"/>
            <a:ext cx="5684513" cy="550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12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Holdout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Test Split)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90E2CD-0339-4784-83F0-8B7F5E017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01" y="2184589"/>
            <a:ext cx="11448981" cy="191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6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Holdout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Test Split)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13A626F-C5BC-41CC-BAB8-B5A882D15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118" y="966966"/>
            <a:ext cx="7551583" cy="562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91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Holdout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Test Split)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CC58D3-0939-476B-8E46-371F3FF9F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791" y="2059686"/>
            <a:ext cx="6570698" cy="239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28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Holdout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Test Split)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04A0BAF-780D-4FC7-9825-F7F6D390D3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1" t="2364" b="3163"/>
          <a:stretch/>
        </p:blipFill>
        <p:spPr>
          <a:xfrm>
            <a:off x="2313076" y="834111"/>
            <a:ext cx="7565847" cy="334610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86D2C44-2051-4E8F-AF23-20045FAB3A8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981" b="6299"/>
          <a:stretch/>
        </p:blipFill>
        <p:spPr>
          <a:xfrm>
            <a:off x="2313076" y="4441371"/>
            <a:ext cx="7089005" cy="184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16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Holdout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Test Split)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8AA5E1-C4F7-4B5C-9712-0CADFA8163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93"/>
          <a:stretch/>
        </p:blipFill>
        <p:spPr>
          <a:xfrm>
            <a:off x="532219" y="1425564"/>
            <a:ext cx="11656239" cy="543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34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Holdout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Test Split)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3800C93-D58A-4E52-A9C7-519DF0F12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051" y="1696837"/>
            <a:ext cx="7255898" cy="290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92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Holdout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Test Split)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CE6005-0315-4C2E-85A0-41274F2DF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597" y="1187959"/>
            <a:ext cx="6846012" cy="314288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B93A708-171F-46FD-9585-C0DF7CFB2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597" y="4661294"/>
            <a:ext cx="6650143" cy="199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08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/>
        </p:nvSpPr>
        <p:spPr>
          <a:xfrm>
            <a:off x="1927608" y="25166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Método de validação K-</a:t>
            </a:r>
            <a:r>
              <a:rPr lang="pt-BR" sz="48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Fold</a:t>
            </a:r>
            <a:endParaRPr sz="14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216" name="Google Shape;216;p2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606469" y="1584774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</a:t>
            </a:r>
            <a:r>
              <a:rPr lang="pt-B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fold</a:t>
            </a: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o método de </a:t>
            </a:r>
            <a:r>
              <a:rPr lang="pt-B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cross-validation</a:t>
            </a: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mais conhecido e utilizado. O método consiste em dividir o </a:t>
            </a:r>
            <a:r>
              <a:rPr lang="pt-B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k partes, usando k-1 partes para treino e a parte remanescente para teste, fazendo isso k vezes.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7263" y="2618351"/>
            <a:ext cx="6518530" cy="41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7915AEF-87B3-445A-B616-993E4B13BC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29"/>
          <a:stretch/>
        </p:blipFill>
        <p:spPr>
          <a:xfrm>
            <a:off x="2311121" y="1384098"/>
            <a:ext cx="8209502" cy="42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2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4FFA33-EE55-4515-BEEF-A756F3A038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81"/>
          <a:stretch/>
        </p:blipFill>
        <p:spPr>
          <a:xfrm>
            <a:off x="2021306" y="834111"/>
            <a:ext cx="8569656" cy="575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49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A8F0365-B6FC-4304-B0FB-AB61B96800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086"/>
          <a:stretch/>
        </p:blipFill>
        <p:spPr>
          <a:xfrm>
            <a:off x="591390" y="1533685"/>
            <a:ext cx="6199648" cy="464814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E2F7CFC-4654-48BC-B5A8-2BD8F10CFC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842"/>
          <a:stretch/>
        </p:blipFill>
        <p:spPr>
          <a:xfrm>
            <a:off x="5797194" y="1756187"/>
            <a:ext cx="6199649" cy="2101573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7B54D35A-D608-47A3-A6D1-8B0E14202E57}"/>
              </a:ext>
            </a:extLst>
          </p:cNvPr>
          <p:cNvSpPr/>
          <p:nvPr/>
        </p:nvSpPr>
        <p:spPr>
          <a:xfrm>
            <a:off x="5806154" y="4916204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modelo 1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148E782-5088-4735-948D-29269BFEE524}"/>
              </a:ext>
            </a:extLst>
          </p:cNvPr>
          <p:cNvSpPr/>
          <p:nvPr/>
        </p:nvSpPr>
        <p:spPr>
          <a:xfrm>
            <a:off x="8642535" y="4908778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Modelo 1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72BA3D-BDD0-42BB-89AC-CCAE9E4EFB55}"/>
              </a:ext>
            </a:extLst>
          </p:cNvPr>
          <p:cNvSpPr/>
          <p:nvPr/>
        </p:nvSpPr>
        <p:spPr>
          <a:xfrm>
            <a:off x="8642535" y="6072056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Armazenar métricas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E914EACE-48F4-4376-843D-444F571A218B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4649547" y="4056023"/>
            <a:ext cx="1231460" cy="108175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A764EF59-05FC-4AB6-9DC8-0B9FC996608E}"/>
              </a:ext>
            </a:extLst>
          </p:cNvPr>
          <p:cNvCxnSpPr>
            <a:cxnSpLocks/>
          </p:cNvCxnSpPr>
          <p:nvPr/>
        </p:nvCxnSpPr>
        <p:spPr>
          <a:xfrm>
            <a:off x="3133725" y="5212629"/>
            <a:ext cx="2672429" cy="12700"/>
          </a:xfrm>
          <a:prstGeom prst="bentConnector3">
            <a:avLst>
              <a:gd name="adj1" fmla="val 28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2BC8EA14-C31B-4094-8360-56AC881D1A8E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7815824" y="5205204"/>
            <a:ext cx="826711" cy="7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6947BED3-DDCA-4DAF-BA7E-44E844B505AC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9647370" y="5501630"/>
            <a:ext cx="0" cy="570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199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C7F79A-5D4A-4C8A-99A0-2BDA3013F2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470"/>
          <a:stretch/>
        </p:blipFill>
        <p:spPr>
          <a:xfrm>
            <a:off x="334517" y="1588632"/>
            <a:ext cx="6043183" cy="44504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D87E07-7880-46A9-9553-BDB92A506B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530"/>
          <a:stretch/>
        </p:blipFill>
        <p:spPr>
          <a:xfrm>
            <a:off x="5873832" y="1524000"/>
            <a:ext cx="6043183" cy="2139873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BD62C4C-E6DC-4E5A-9F42-C35B1618B3E5}"/>
              </a:ext>
            </a:extLst>
          </p:cNvPr>
          <p:cNvSpPr/>
          <p:nvPr/>
        </p:nvSpPr>
        <p:spPr>
          <a:xfrm>
            <a:off x="5806154" y="4916204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modelo 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E940D67-9D1B-4E60-B83E-5509C8FC5F07}"/>
              </a:ext>
            </a:extLst>
          </p:cNvPr>
          <p:cNvSpPr/>
          <p:nvPr/>
        </p:nvSpPr>
        <p:spPr>
          <a:xfrm>
            <a:off x="8642535" y="4908778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Modelo 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15AAE79-0C4C-4520-8DFD-74122ED0141F}"/>
              </a:ext>
            </a:extLst>
          </p:cNvPr>
          <p:cNvSpPr/>
          <p:nvPr/>
        </p:nvSpPr>
        <p:spPr>
          <a:xfrm>
            <a:off x="8642535" y="6072056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Armazenar métricas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F8E99635-78E2-476E-8AF5-87BE9B379FAD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4649547" y="4056023"/>
            <a:ext cx="1231460" cy="108175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43CA4153-6443-42FA-B7BB-7002D2D155A0}"/>
              </a:ext>
            </a:extLst>
          </p:cNvPr>
          <p:cNvCxnSpPr>
            <a:cxnSpLocks/>
          </p:cNvCxnSpPr>
          <p:nvPr/>
        </p:nvCxnSpPr>
        <p:spPr>
          <a:xfrm>
            <a:off x="3133725" y="5212629"/>
            <a:ext cx="2672429" cy="12700"/>
          </a:xfrm>
          <a:prstGeom prst="bentConnector3">
            <a:avLst>
              <a:gd name="adj1" fmla="val 28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41C4D4C-5E16-4882-989E-12A4547DC40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7815824" y="5205204"/>
            <a:ext cx="826711" cy="7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13780E18-5CB8-474E-B5C0-85F99F08D9AC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9647370" y="5501630"/>
            <a:ext cx="0" cy="570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537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09210C6-BC32-4AF3-924E-D889C0FBA1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270"/>
          <a:stretch/>
        </p:blipFill>
        <p:spPr>
          <a:xfrm>
            <a:off x="545076" y="1725628"/>
            <a:ext cx="6075862" cy="467270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DCAEED6-8D01-4633-BE0E-F14263605F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189"/>
          <a:stretch/>
        </p:blipFill>
        <p:spPr>
          <a:xfrm>
            <a:off x="6096000" y="1725628"/>
            <a:ext cx="6075861" cy="2263568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A893A9A6-C982-4EBD-B600-63125285A014}"/>
              </a:ext>
            </a:extLst>
          </p:cNvPr>
          <p:cNvSpPr/>
          <p:nvPr/>
        </p:nvSpPr>
        <p:spPr>
          <a:xfrm>
            <a:off x="5806154" y="4916204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modelo 3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58F201B-7B37-4D0B-97D4-141A2E9B9EB8}"/>
              </a:ext>
            </a:extLst>
          </p:cNvPr>
          <p:cNvSpPr/>
          <p:nvPr/>
        </p:nvSpPr>
        <p:spPr>
          <a:xfrm>
            <a:off x="8642535" y="4908778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Modelo 3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A94A1E9-858F-4237-BBC9-7301EAE8BB70}"/>
              </a:ext>
            </a:extLst>
          </p:cNvPr>
          <p:cNvSpPr/>
          <p:nvPr/>
        </p:nvSpPr>
        <p:spPr>
          <a:xfrm>
            <a:off x="8642535" y="6072056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Armazenar métricas</a:t>
            </a:r>
          </a:p>
        </p:txBody>
      </p: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7570590E-69F2-43CB-9864-90A1DB8232F7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4649547" y="4056023"/>
            <a:ext cx="1231460" cy="108175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1746DCD5-0D9E-4B7C-B427-F8CEF0ECE5CD}"/>
              </a:ext>
            </a:extLst>
          </p:cNvPr>
          <p:cNvCxnSpPr>
            <a:cxnSpLocks/>
          </p:cNvCxnSpPr>
          <p:nvPr/>
        </p:nvCxnSpPr>
        <p:spPr>
          <a:xfrm>
            <a:off x="3133725" y="5212629"/>
            <a:ext cx="2672429" cy="12700"/>
          </a:xfrm>
          <a:prstGeom prst="bentConnector3">
            <a:avLst>
              <a:gd name="adj1" fmla="val 28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C6B1C5EC-42E1-4B49-BD91-5063D9A3E4CC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7815824" y="5205204"/>
            <a:ext cx="826711" cy="7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9CE8C41-A275-43BE-8231-9B89E52BEAC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9647370" y="5501630"/>
            <a:ext cx="0" cy="570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60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30F850-BA1D-4E76-8610-11004DE90F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871"/>
          <a:stretch/>
        </p:blipFill>
        <p:spPr>
          <a:xfrm>
            <a:off x="254195" y="1796724"/>
            <a:ext cx="6046121" cy="465723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4D4C9BF-A03F-4D24-808E-51122B7CFB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129"/>
          <a:stretch/>
        </p:blipFill>
        <p:spPr>
          <a:xfrm>
            <a:off x="5669943" y="1796724"/>
            <a:ext cx="6046121" cy="217863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9605B735-1FC6-43BE-B117-DE20586A3170}"/>
              </a:ext>
            </a:extLst>
          </p:cNvPr>
          <p:cNvSpPr/>
          <p:nvPr/>
        </p:nvSpPr>
        <p:spPr>
          <a:xfrm>
            <a:off x="5901404" y="5218153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modelo 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2070746-6144-4370-955A-05C9429D65F3}"/>
              </a:ext>
            </a:extLst>
          </p:cNvPr>
          <p:cNvSpPr/>
          <p:nvPr/>
        </p:nvSpPr>
        <p:spPr>
          <a:xfrm>
            <a:off x="8737785" y="5210727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Modelo 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7E41428-40D8-4834-A94D-204EF206D866}"/>
              </a:ext>
            </a:extLst>
          </p:cNvPr>
          <p:cNvSpPr/>
          <p:nvPr/>
        </p:nvSpPr>
        <p:spPr>
          <a:xfrm>
            <a:off x="8737785" y="6157532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Armazenar métricas</a:t>
            </a:r>
          </a:p>
        </p:txBody>
      </p: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5C5475DD-BE2F-498A-A084-2FBAD33E25BA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4744797" y="4357972"/>
            <a:ext cx="1231460" cy="108175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3F8868CF-B787-42C7-9DDC-0961A5759AAC}"/>
              </a:ext>
            </a:extLst>
          </p:cNvPr>
          <p:cNvCxnSpPr>
            <a:cxnSpLocks/>
          </p:cNvCxnSpPr>
          <p:nvPr/>
        </p:nvCxnSpPr>
        <p:spPr>
          <a:xfrm>
            <a:off x="3228975" y="5514578"/>
            <a:ext cx="2672429" cy="12700"/>
          </a:xfrm>
          <a:prstGeom prst="bentConnector3">
            <a:avLst>
              <a:gd name="adj1" fmla="val 28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4A489B5-2A49-4A5D-A235-DC5B3D530398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7911074" y="5507153"/>
            <a:ext cx="826711" cy="7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4EE25047-B1BB-4962-A4DC-A25D44DABDB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9742620" y="5803579"/>
            <a:ext cx="0" cy="3539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789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5161C64-3CEE-46F2-8E21-27EFC3A8D6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891"/>
          <a:stretch/>
        </p:blipFill>
        <p:spPr>
          <a:xfrm>
            <a:off x="736989" y="1715684"/>
            <a:ext cx="6136084" cy="475680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4690304-2AD3-400F-BDEC-AB5EA7E18A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109"/>
          <a:stretch/>
        </p:blipFill>
        <p:spPr>
          <a:xfrm>
            <a:off x="6052374" y="1762653"/>
            <a:ext cx="6136084" cy="2331432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399D1B1E-4D9E-4FE9-8DC4-B5FF5D0D9EBE}"/>
              </a:ext>
            </a:extLst>
          </p:cNvPr>
          <p:cNvSpPr/>
          <p:nvPr/>
        </p:nvSpPr>
        <p:spPr>
          <a:xfrm>
            <a:off x="5970881" y="5112623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modelo 5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F91F2D5-1DAB-43B9-AB81-74E842C24B51}"/>
              </a:ext>
            </a:extLst>
          </p:cNvPr>
          <p:cNvSpPr/>
          <p:nvPr/>
        </p:nvSpPr>
        <p:spPr>
          <a:xfrm>
            <a:off x="8807262" y="5105197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Modelo 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55ECD85-07BB-4478-AE97-CC5F26656C15}"/>
              </a:ext>
            </a:extLst>
          </p:cNvPr>
          <p:cNvSpPr/>
          <p:nvPr/>
        </p:nvSpPr>
        <p:spPr>
          <a:xfrm>
            <a:off x="8807262" y="6176060"/>
            <a:ext cx="2009670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Armazenar métricas</a:t>
            </a:r>
          </a:p>
        </p:txBody>
      </p: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A956471C-5F3D-4A6A-8044-0DD6C1624138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4814274" y="4252442"/>
            <a:ext cx="1231460" cy="108175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AFD59EBF-DA1D-43D6-AA6A-FCDB8AB8EE64}"/>
              </a:ext>
            </a:extLst>
          </p:cNvPr>
          <p:cNvCxnSpPr>
            <a:cxnSpLocks/>
          </p:cNvCxnSpPr>
          <p:nvPr/>
        </p:nvCxnSpPr>
        <p:spPr>
          <a:xfrm>
            <a:off x="3298452" y="5409048"/>
            <a:ext cx="2672429" cy="12700"/>
          </a:xfrm>
          <a:prstGeom prst="bentConnector3">
            <a:avLst>
              <a:gd name="adj1" fmla="val 28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95E2888-4C48-4E2D-9755-8C03377EF9E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7980551" y="5401623"/>
            <a:ext cx="826711" cy="7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1555095-BE76-4618-8DCA-12B8CC20F85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9812097" y="5698049"/>
            <a:ext cx="0" cy="4780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860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K-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Fold</a:t>
            </a:r>
            <a:endParaRPr lang="pt-BR" sz="4400" dirty="0">
              <a:solidFill>
                <a:srgbClr val="00395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A004339-F25F-4F44-9E39-FE7AF1D09000}"/>
              </a:ext>
            </a:extLst>
          </p:cNvPr>
          <p:cNvSpPr/>
          <p:nvPr/>
        </p:nvSpPr>
        <p:spPr>
          <a:xfrm>
            <a:off x="2903267" y="2688708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1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B4D8829-6623-46D7-8B8A-47DBA6E0117A}"/>
              </a:ext>
            </a:extLst>
          </p:cNvPr>
          <p:cNvSpPr/>
          <p:nvPr/>
        </p:nvSpPr>
        <p:spPr>
          <a:xfrm>
            <a:off x="4674917" y="2688708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2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F78AE54-ACAF-4216-979A-EBCA98CD1155}"/>
              </a:ext>
            </a:extLst>
          </p:cNvPr>
          <p:cNvSpPr/>
          <p:nvPr/>
        </p:nvSpPr>
        <p:spPr>
          <a:xfrm>
            <a:off x="6598967" y="2684143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3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080126A-5023-4E11-9D1B-BC5C34ECF653}"/>
              </a:ext>
            </a:extLst>
          </p:cNvPr>
          <p:cNvSpPr/>
          <p:nvPr/>
        </p:nvSpPr>
        <p:spPr>
          <a:xfrm>
            <a:off x="8523017" y="2684143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4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28A798C-1BF9-46FA-9668-4D5632877F2F}"/>
              </a:ext>
            </a:extLst>
          </p:cNvPr>
          <p:cNvSpPr/>
          <p:nvPr/>
        </p:nvSpPr>
        <p:spPr>
          <a:xfrm>
            <a:off x="10294667" y="2684143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5</a:t>
            </a:r>
          </a:p>
        </p:txBody>
      </p:sp>
      <p:sp>
        <p:nvSpPr>
          <p:cNvPr id="4" name="Cruz 3">
            <a:extLst>
              <a:ext uri="{FF2B5EF4-FFF2-40B4-BE49-F238E27FC236}">
                <a16:creationId xmlns:a16="http://schemas.microsoft.com/office/drawing/2014/main" id="{D6026816-D3BB-425C-BBE8-546D36E2F586}"/>
              </a:ext>
            </a:extLst>
          </p:cNvPr>
          <p:cNvSpPr/>
          <p:nvPr/>
        </p:nvSpPr>
        <p:spPr>
          <a:xfrm>
            <a:off x="4376796" y="2894843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ruz 26">
            <a:extLst>
              <a:ext uri="{FF2B5EF4-FFF2-40B4-BE49-F238E27FC236}">
                <a16:creationId xmlns:a16="http://schemas.microsoft.com/office/drawing/2014/main" id="{CEB0E92F-72B1-4CE6-8062-F8FAB145DA22}"/>
              </a:ext>
            </a:extLst>
          </p:cNvPr>
          <p:cNvSpPr/>
          <p:nvPr/>
        </p:nvSpPr>
        <p:spPr>
          <a:xfrm>
            <a:off x="6224646" y="2894842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ruz 27">
            <a:extLst>
              <a:ext uri="{FF2B5EF4-FFF2-40B4-BE49-F238E27FC236}">
                <a16:creationId xmlns:a16="http://schemas.microsoft.com/office/drawing/2014/main" id="{46928F22-ABB8-4F8B-8211-77770D611FE7}"/>
              </a:ext>
            </a:extLst>
          </p:cNvPr>
          <p:cNvSpPr/>
          <p:nvPr/>
        </p:nvSpPr>
        <p:spPr>
          <a:xfrm>
            <a:off x="8105976" y="2873482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ruz 28">
            <a:extLst>
              <a:ext uri="{FF2B5EF4-FFF2-40B4-BE49-F238E27FC236}">
                <a16:creationId xmlns:a16="http://schemas.microsoft.com/office/drawing/2014/main" id="{0729D96D-1093-442D-BE34-A63B874E775F}"/>
              </a:ext>
            </a:extLst>
          </p:cNvPr>
          <p:cNvSpPr/>
          <p:nvPr/>
        </p:nvSpPr>
        <p:spPr>
          <a:xfrm>
            <a:off x="9996546" y="2846460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D9A8975-5EF8-4EC6-B4F5-1E665F2417E2}"/>
              </a:ext>
            </a:extLst>
          </p:cNvPr>
          <p:cNvCxnSpPr/>
          <p:nvPr/>
        </p:nvCxnSpPr>
        <p:spPr>
          <a:xfrm>
            <a:off x="2608841" y="3505200"/>
            <a:ext cx="948549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336458-1AC5-49B2-9AA7-A4BD5F24AA4A}"/>
              </a:ext>
            </a:extLst>
          </p:cNvPr>
          <p:cNvSpPr txBox="1"/>
          <p:nvPr/>
        </p:nvSpPr>
        <p:spPr>
          <a:xfrm>
            <a:off x="5112929" y="3670048"/>
            <a:ext cx="388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Número de Pastas ( K do K-</a:t>
            </a:r>
            <a:r>
              <a:rPr lang="pt-BR" sz="2000" dirty="0" err="1"/>
              <a:t>fold</a:t>
            </a:r>
            <a:r>
              <a:rPr lang="pt-BR" sz="2000" dirty="0"/>
              <a:t>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DE4CEA0-AC99-4DBB-88D5-B6F08921E365}"/>
              </a:ext>
            </a:extLst>
          </p:cNvPr>
          <p:cNvSpPr txBox="1"/>
          <p:nvPr/>
        </p:nvSpPr>
        <p:spPr>
          <a:xfrm>
            <a:off x="97669" y="3305145"/>
            <a:ext cx="2569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Performance Final = </a:t>
            </a:r>
          </a:p>
        </p:txBody>
      </p:sp>
    </p:spTree>
    <p:extLst>
      <p:ext uri="{BB962C8B-B14F-4D97-AF65-F5344CB8AC3E}">
        <p14:creationId xmlns:p14="http://schemas.microsoft.com/office/powerpoint/2010/main" val="1140945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Método de validação </a:t>
            </a:r>
            <a:r>
              <a:rPr lang="pt-BR" sz="40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Leave</a:t>
            </a:r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</a:t>
            </a:r>
            <a:r>
              <a:rPr lang="pt-BR" sz="40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One</a:t>
            </a:r>
            <a:endParaRPr sz="6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235" name="Google Shape;235;p2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908356" y="1365300"/>
            <a:ext cx="10576255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 caso específico do k-</a:t>
            </a:r>
            <a:r>
              <a:rPr lang="pt-B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fold</a:t>
            </a: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 k igual ao número total de dados N. Nesta abordagem são realizados N cálculos de erro, um para cada dado.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811" y="3193828"/>
            <a:ext cx="6664894" cy="3087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78EE17C-5932-4F13-97A2-7F5FCD2ED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390" y="1707383"/>
            <a:ext cx="7601220" cy="367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09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9A33D3-BAAD-416B-9E7C-407207E63E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69" t="2426" r="2974" b="2020"/>
          <a:stretch/>
        </p:blipFill>
        <p:spPr>
          <a:xfrm>
            <a:off x="1703318" y="974690"/>
            <a:ext cx="9098659" cy="573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04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6F8790-11F6-4DF4-B936-D738ED68AD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870"/>
          <a:stretch/>
        </p:blipFill>
        <p:spPr>
          <a:xfrm>
            <a:off x="885855" y="1891901"/>
            <a:ext cx="5458554" cy="46202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440D4B9-FD0C-41DB-8CC1-BBBE20AE10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006"/>
          <a:stretch/>
        </p:blipFill>
        <p:spPr>
          <a:xfrm>
            <a:off x="6565502" y="1891901"/>
            <a:ext cx="5458554" cy="153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10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2D6E9B-7E47-4115-BBB8-DCFE9D728B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445"/>
          <a:stretch/>
        </p:blipFill>
        <p:spPr>
          <a:xfrm>
            <a:off x="557331" y="1663849"/>
            <a:ext cx="5451583" cy="465139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7F13CBC-50E1-4C27-8643-F3AF633F05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3883"/>
          <a:stretch/>
        </p:blipFill>
        <p:spPr>
          <a:xfrm>
            <a:off x="6380512" y="1640373"/>
            <a:ext cx="5451583" cy="162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34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AEBB29-E787-4473-9CC3-C112D6B138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360"/>
          <a:stretch/>
        </p:blipFill>
        <p:spPr>
          <a:xfrm>
            <a:off x="678837" y="1795305"/>
            <a:ext cx="5772205" cy="477805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90CEBF0-F02D-4C92-BF51-E64E9326B12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4607"/>
          <a:stretch/>
        </p:blipFill>
        <p:spPr>
          <a:xfrm>
            <a:off x="6198906" y="1803467"/>
            <a:ext cx="5772205" cy="162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42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BDFCF2-996C-48B3-B0E4-67EDEFA01C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394"/>
          <a:stretch/>
        </p:blipFill>
        <p:spPr>
          <a:xfrm>
            <a:off x="659021" y="1763171"/>
            <a:ext cx="5665516" cy="465215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CDA96CD-1108-4C01-B88F-9C9ECA24CB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4454"/>
          <a:stretch/>
        </p:blipFill>
        <p:spPr>
          <a:xfrm>
            <a:off x="6187717" y="1763171"/>
            <a:ext cx="5665516" cy="159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37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964F5BF-AE4C-40EA-BF98-81A1975BFFC1}"/>
              </a:ext>
            </a:extLst>
          </p:cNvPr>
          <p:cNvSpPr/>
          <p:nvPr/>
        </p:nvSpPr>
        <p:spPr>
          <a:xfrm>
            <a:off x="2903267" y="2688708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6AD70E9-1B4D-4489-B0B3-80E5615AC96F}"/>
              </a:ext>
            </a:extLst>
          </p:cNvPr>
          <p:cNvSpPr/>
          <p:nvPr/>
        </p:nvSpPr>
        <p:spPr>
          <a:xfrm>
            <a:off x="4674917" y="2688708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4EDF48A-749E-4B39-AA65-6125394618A6}"/>
              </a:ext>
            </a:extLst>
          </p:cNvPr>
          <p:cNvSpPr/>
          <p:nvPr/>
        </p:nvSpPr>
        <p:spPr>
          <a:xfrm>
            <a:off x="6598967" y="2684143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3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3422E25-DAF0-4F07-8834-0FCD03F930EB}"/>
              </a:ext>
            </a:extLst>
          </p:cNvPr>
          <p:cNvSpPr/>
          <p:nvPr/>
        </p:nvSpPr>
        <p:spPr>
          <a:xfrm>
            <a:off x="8523017" y="2684143"/>
            <a:ext cx="1363933" cy="5928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...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6262C52-94D4-435E-925A-0A46250BC077}"/>
              </a:ext>
            </a:extLst>
          </p:cNvPr>
          <p:cNvSpPr/>
          <p:nvPr/>
        </p:nvSpPr>
        <p:spPr>
          <a:xfrm>
            <a:off x="10294667" y="2477865"/>
            <a:ext cx="1640158" cy="7991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Métricas Modelo 10 (número de instâncias)</a:t>
            </a:r>
          </a:p>
        </p:txBody>
      </p:sp>
      <p:sp>
        <p:nvSpPr>
          <p:cNvPr id="15" name="Cruz 14">
            <a:extLst>
              <a:ext uri="{FF2B5EF4-FFF2-40B4-BE49-F238E27FC236}">
                <a16:creationId xmlns:a16="http://schemas.microsoft.com/office/drawing/2014/main" id="{BC09B54E-8C09-4937-A483-E830F47ADD1D}"/>
              </a:ext>
            </a:extLst>
          </p:cNvPr>
          <p:cNvSpPr/>
          <p:nvPr/>
        </p:nvSpPr>
        <p:spPr>
          <a:xfrm>
            <a:off x="4376796" y="2894843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ruz 15">
            <a:extLst>
              <a:ext uri="{FF2B5EF4-FFF2-40B4-BE49-F238E27FC236}">
                <a16:creationId xmlns:a16="http://schemas.microsoft.com/office/drawing/2014/main" id="{8390E740-A2CA-4A78-B201-FC3C2DB64D81}"/>
              </a:ext>
            </a:extLst>
          </p:cNvPr>
          <p:cNvSpPr/>
          <p:nvPr/>
        </p:nvSpPr>
        <p:spPr>
          <a:xfrm>
            <a:off x="6224646" y="2894842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ruz 16">
            <a:extLst>
              <a:ext uri="{FF2B5EF4-FFF2-40B4-BE49-F238E27FC236}">
                <a16:creationId xmlns:a16="http://schemas.microsoft.com/office/drawing/2014/main" id="{4106F73C-918F-4244-9075-421B855DFD65}"/>
              </a:ext>
            </a:extLst>
          </p:cNvPr>
          <p:cNvSpPr/>
          <p:nvPr/>
        </p:nvSpPr>
        <p:spPr>
          <a:xfrm>
            <a:off x="8105976" y="2873482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5F44CEF1-B6F4-4749-BAFD-8A924BCB91BC}"/>
              </a:ext>
            </a:extLst>
          </p:cNvPr>
          <p:cNvSpPr/>
          <p:nvPr/>
        </p:nvSpPr>
        <p:spPr>
          <a:xfrm>
            <a:off x="9996546" y="2846460"/>
            <a:ext cx="188525" cy="171451"/>
          </a:xfrm>
          <a:prstGeom prst="plus">
            <a:avLst>
              <a:gd name="adj" fmla="val 32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9DDF6E5-860D-42F3-B208-F401A48B16B2}"/>
              </a:ext>
            </a:extLst>
          </p:cNvPr>
          <p:cNvCxnSpPr/>
          <p:nvPr/>
        </p:nvCxnSpPr>
        <p:spPr>
          <a:xfrm>
            <a:off x="2608841" y="3505200"/>
            <a:ext cx="948549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68DE1CB-3F12-4B4E-83F7-8E5567AB98F6}"/>
              </a:ext>
            </a:extLst>
          </p:cNvPr>
          <p:cNvSpPr txBox="1"/>
          <p:nvPr/>
        </p:nvSpPr>
        <p:spPr>
          <a:xfrm>
            <a:off x="5112929" y="3670048"/>
            <a:ext cx="2664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Número de instâncias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BC22839-34D4-4BA8-B270-BCD0DBABFE69}"/>
              </a:ext>
            </a:extLst>
          </p:cNvPr>
          <p:cNvSpPr txBox="1"/>
          <p:nvPr/>
        </p:nvSpPr>
        <p:spPr>
          <a:xfrm>
            <a:off x="97669" y="3305145"/>
            <a:ext cx="2569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Performance Final = </a:t>
            </a:r>
          </a:p>
        </p:txBody>
      </p:sp>
    </p:spTree>
    <p:extLst>
      <p:ext uri="{BB962C8B-B14F-4D97-AF65-F5344CB8AC3E}">
        <p14:creationId xmlns:p14="http://schemas.microsoft.com/office/powerpoint/2010/main" val="458862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Método de validação </a:t>
            </a:r>
            <a:r>
              <a:rPr lang="pt-BR" sz="4000" dirty="0" err="1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Leave</a:t>
            </a:r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P Out</a:t>
            </a:r>
            <a:endParaRPr sz="600" b="0" i="0" u="none" strike="noStrike" cap="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  <a:sym typeface="Arial"/>
            </a:endParaRPr>
          </a:p>
        </p:txBody>
      </p:sp>
      <p:sp>
        <p:nvSpPr>
          <p:cNvPr id="235" name="Google Shape;235;p2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7556" y="1660782"/>
            <a:ext cx="6350167" cy="1503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9085" y="3849251"/>
            <a:ext cx="6601975" cy="25192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461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P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72DAEEA-4B9B-481D-937C-D11F11F75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44" y="1704870"/>
            <a:ext cx="7638312" cy="367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90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65891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</a:t>
            </a:r>
            <a:r>
              <a:rPr lang="pt-BR" sz="4400" dirty="0" err="1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Leave</a:t>
            </a: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P Out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A52AA2-DCA2-45E0-8E9B-CE2B24D078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76"/>
          <a:stretch/>
        </p:blipFill>
        <p:spPr>
          <a:xfrm>
            <a:off x="1865891" y="1524000"/>
            <a:ext cx="8229601" cy="431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6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2"/>
          <p:cNvSpPr txBox="1"/>
          <p:nvPr/>
        </p:nvSpPr>
        <p:spPr>
          <a:xfrm>
            <a:off x="1746739" y="176469"/>
            <a:ext cx="10100268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Método de validação Time Series 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950898" y="1344480"/>
            <a:ext cx="10634851" cy="2085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Fornece índices de treinamento/teste para dividir amostras de dados de série temporal que são observadas em intervalos de tempo fixos, em conjuntos de treinamento/teste. Em cada divisão, os índices de teste devem ser maiores do que antes e, portanto, embaralhar no validador cruzado é inadequado.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A9222D-2C1A-41DB-BB45-8D961932D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1897" y="2992198"/>
            <a:ext cx="6905971" cy="368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46278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F70BB56-C7A6-40A2-83FF-A7241487A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490" y="891695"/>
            <a:ext cx="6429249" cy="57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8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46278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0B6F82-C81B-4A20-A46B-35EA8E7DA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142" y="1360004"/>
            <a:ext cx="9485548" cy="413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253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46278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E91EAA-DE3E-4BEB-9795-FBF094F91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4000"/>
            <a:ext cx="12192000" cy="404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54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46278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5490A1-8F75-49B2-97E3-9CC7707BC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925" y="2016369"/>
            <a:ext cx="7940316" cy="211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21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46278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509158-1414-4FEE-9259-81334FC79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1" y="1405189"/>
            <a:ext cx="11853177" cy="549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64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46278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8B0AD06-83B6-4DD1-8C67-327045DAF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3605"/>
            <a:ext cx="12192000" cy="363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940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46278" y="3498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6BF00F-7FBB-495F-8DBF-12A1AD51E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03228"/>
            <a:ext cx="12192000" cy="365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580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956327" y="0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Praticando o método  Time Series Split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98ED61B-16CA-4A25-965C-325FAA8A3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1713"/>
            <a:ext cx="12192000" cy="385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214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2658" y="-10003"/>
            <a:ext cx="6669342" cy="686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l="33888" r="11349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3141" y="2076426"/>
            <a:ext cx="2243122" cy="27051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518366" y="2644170"/>
            <a:ext cx="555752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Aula 6 – Treino, Validação e Teste</a:t>
            </a:r>
            <a:endParaRPr sz="3600" b="0" i="0" u="none" strike="noStrike" cap="none" dirty="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336999" y="4781574"/>
            <a:ext cx="673888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Yuri Crotti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43582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1062</Words>
  <Application>Microsoft Office PowerPoint</Application>
  <PresentationFormat>Widescreen</PresentationFormat>
  <Paragraphs>170</Paragraphs>
  <Slides>50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Yuri Crotti</cp:lastModifiedBy>
  <cp:revision>43</cp:revision>
  <dcterms:modified xsi:type="dcterms:W3CDTF">2025-09-30T22:13:56Z</dcterms:modified>
</cp:coreProperties>
</file>